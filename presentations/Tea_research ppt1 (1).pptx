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326" r:id="rId3"/>
    <p:sldId id="318" r:id="rId4"/>
    <p:sldId id="314" r:id="rId5"/>
    <p:sldId id="315" r:id="rId6"/>
    <p:sldId id="327" r:id="rId7"/>
    <p:sldId id="324" r:id="rId8"/>
    <p:sldId id="320" r:id="rId9"/>
    <p:sldId id="321" r:id="rId10"/>
    <p:sldId id="322" r:id="rId11"/>
    <p:sldId id="323" r:id="rId12"/>
    <p:sldId id="275" r:id="rId13"/>
    <p:sldId id="274" r:id="rId14"/>
    <p:sldId id="273" r:id="rId15"/>
    <p:sldId id="308" r:id="rId16"/>
    <p:sldId id="272" r:id="rId17"/>
    <p:sldId id="316" r:id="rId18"/>
    <p:sldId id="317" r:id="rId19"/>
    <p:sldId id="296" r:id="rId20"/>
    <p:sldId id="295" r:id="rId21"/>
    <p:sldId id="294" r:id="rId22"/>
    <p:sldId id="291" r:id="rId23"/>
    <p:sldId id="290" r:id="rId24"/>
    <p:sldId id="304" r:id="rId25"/>
    <p:sldId id="305" r:id="rId26"/>
    <p:sldId id="306" r:id="rId27"/>
    <p:sldId id="310" r:id="rId28"/>
    <p:sldId id="278" r:id="rId29"/>
    <p:sldId id="301" r:id="rId30"/>
    <p:sldId id="307" r:id="rId31"/>
    <p:sldId id="309" r:id="rId32"/>
    <p:sldId id="303" r:id="rId33"/>
    <p:sldId id="311" r:id="rId34"/>
    <p:sldId id="312" r:id="rId35"/>
    <p:sldId id="313" r:id="rId36"/>
    <p:sldId id="330" r:id="rId37"/>
    <p:sldId id="329" r:id="rId38"/>
    <p:sldId id="264" r:id="rId39"/>
    <p:sldId id="283"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2A20"/>
    <a:srgbClr val="6B7C73"/>
    <a:srgbClr val="080658"/>
    <a:srgbClr val="4F47AA"/>
    <a:srgbClr val="FDFFF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C55380-FBBD-99C0-ACD4-9DC6588C460E}" v="4" dt="2026-01-10T16:45:26.6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4e3cf94-19c9-4e32-96c3-14f5bf01391a::" providerId="AD" clId="Web-{FEAB3CF7-3BEB-9431-6A66-AE740B2A08DC}"/>
    <pc:docChg chg="addSld delSld modSld">
      <pc:chgData name="Guest User" userId="S::urn:spo:tenantanon#44e3cf94-19c9-4e32-96c3-14f5bf01391a::" providerId="AD" clId="Web-{FEAB3CF7-3BEB-9431-6A66-AE740B2A08DC}" dt="2026-01-06T08:34:30.243" v="509" actId="20577"/>
      <pc:docMkLst>
        <pc:docMk/>
      </pc:docMkLst>
      <pc:sldChg chg="modSp">
        <pc:chgData name="Guest User" userId="S::urn:spo:tenantanon#44e3cf94-19c9-4e32-96c3-14f5bf01391a::" providerId="AD" clId="Web-{FEAB3CF7-3BEB-9431-6A66-AE740B2A08DC}" dt="2026-01-06T07:19:09.850" v="278" actId="20577"/>
        <pc:sldMkLst>
          <pc:docMk/>
          <pc:sldMk cId="0" sldId="256"/>
        </pc:sldMkLst>
        <pc:spChg chg="mod">
          <ac:chgData name="Guest User" userId="S::urn:spo:tenantanon#44e3cf94-19c9-4e32-96c3-14f5bf01391a::" providerId="AD" clId="Web-{FEAB3CF7-3BEB-9431-6A66-AE740B2A08DC}" dt="2026-01-06T07:19:09.850" v="278" actId="20577"/>
          <ac:spMkLst>
            <pc:docMk/>
            <pc:sldMk cId="0" sldId="256"/>
            <ac:spMk id="6" creationId="{00000000-0000-0000-0000-000000000000}"/>
          </ac:spMkLst>
        </pc:spChg>
      </pc:sldChg>
      <pc:sldChg chg="modSp">
        <pc:chgData name="Guest User" userId="S::urn:spo:tenantanon#44e3cf94-19c9-4e32-96c3-14f5bf01391a::" providerId="AD" clId="Web-{FEAB3CF7-3BEB-9431-6A66-AE740B2A08DC}" dt="2026-01-06T08:26:22.503" v="403" actId="1076"/>
        <pc:sldMkLst>
          <pc:docMk/>
          <pc:sldMk cId="0" sldId="264"/>
        </pc:sldMkLst>
        <pc:spChg chg="mod">
          <ac:chgData name="Guest User" userId="S::urn:spo:tenantanon#44e3cf94-19c9-4e32-96c3-14f5bf01391a::" providerId="AD" clId="Web-{FEAB3CF7-3BEB-9431-6A66-AE740B2A08DC}" dt="2026-01-06T08:26:22.503" v="403" actId="1076"/>
          <ac:spMkLst>
            <pc:docMk/>
            <pc:sldMk cId="0" sldId="264"/>
            <ac:spMk id="2" creationId="{00000000-0000-0000-0000-000000000000}"/>
          </ac:spMkLst>
        </pc:spChg>
      </pc:sldChg>
      <pc:sldChg chg="modSp">
        <pc:chgData name="Guest User" userId="S::urn:spo:tenantanon#44e3cf94-19c9-4e32-96c3-14f5bf01391a::" providerId="AD" clId="Web-{FEAB3CF7-3BEB-9431-6A66-AE740B2A08DC}" dt="2026-01-06T07:20:13.029" v="280" actId="1076"/>
        <pc:sldMkLst>
          <pc:docMk/>
          <pc:sldMk cId="1930166801" sldId="278"/>
        </pc:sldMkLst>
        <pc:spChg chg="mod">
          <ac:chgData name="Guest User" userId="S::urn:spo:tenantanon#44e3cf94-19c9-4e32-96c3-14f5bf01391a::" providerId="AD" clId="Web-{FEAB3CF7-3BEB-9431-6A66-AE740B2A08DC}" dt="2026-01-06T07:20:13.029" v="280" actId="1076"/>
          <ac:spMkLst>
            <pc:docMk/>
            <pc:sldMk cId="1930166801" sldId="278"/>
            <ac:spMk id="3" creationId="{639D6633-E35B-8A23-D6FE-AB02932FB687}"/>
          </ac:spMkLst>
        </pc:spChg>
        <pc:spChg chg="mod">
          <ac:chgData name="Guest User" userId="S::urn:spo:tenantanon#44e3cf94-19c9-4e32-96c3-14f5bf01391a::" providerId="AD" clId="Web-{FEAB3CF7-3BEB-9431-6A66-AE740B2A08DC}" dt="2026-01-06T05:02:15.839" v="34" actId="1076"/>
          <ac:spMkLst>
            <pc:docMk/>
            <pc:sldMk cId="1930166801" sldId="278"/>
            <ac:spMk id="6" creationId="{2FCD03F8-B790-1371-AEAC-F383B79DE0D7}"/>
          </ac:spMkLst>
        </pc:spChg>
      </pc:sldChg>
      <pc:sldChg chg="del">
        <pc:chgData name="Guest User" userId="S::urn:spo:tenantanon#44e3cf94-19c9-4e32-96c3-14f5bf01391a::" providerId="AD" clId="Web-{FEAB3CF7-3BEB-9431-6A66-AE740B2A08DC}" dt="2026-01-06T05:01:22.761" v="30"/>
        <pc:sldMkLst>
          <pc:docMk/>
          <pc:sldMk cId="1374582881" sldId="284"/>
        </pc:sldMkLst>
      </pc:sldChg>
      <pc:sldChg chg="del">
        <pc:chgData name="Guest User" userId="S::urn:spo:tenantanon#44e3cf94-19c9-4e32-96c3-14f5bf01391a::" providerId="AD" clId="Web-{FEAB3CF7-3BEB-9431-6A66-AE740B2A08DC}" dt="2026-01-06T05:27:07.675" v="74"/>
        <pc:sldMkLst>
          <pc:docMk/>
          <pc:sldMk cId="3639506556" sldId="285"/>
        </pc:sldMkLst>
      </pc:sldChg>
      <pc:sldChg chg="modSp">
        <pc:chgData name="Guest User" userId="S::urn:spo:tenantanon#44e3cf94-19c9-4e32-96c3-14f5bf01391a::" providerId="AD" clId="Web-{FEAB3CF7-3BEB-9431-6A66-AE740B2A08DC}" dt="2026-01-06T05:03:32.230" v="73" actId="20577"/>
        <pc:sldMkLst>
          <pc:docMk/>
          <pc:sldMk cId="212406100" sldId="310"/>
        </pc:sldMkLst>
        <pc:spChg chg="mod">
          <ac:chgData name="Guest User" userId="S::urn:spo:tenantanon#44e3cf94-19c9-4e32-96c3-14f5bf01391a::" providerId="AD" clId="Web-{FEAB3CF7-3BEB-9431-6A66-AE740B2A08DC}" dt="2026-01-06T05:02:06.855" v="32" actId="20577"/>
          <ac:spMkLst>
            <pc:docMk/>
            <pc:sldMk cId="212406100" sldId="310"/>
            <ac:spMk id="6" creationId="{1ED848DE-C718-C0FB-BD29-B4AE498605C3}"/>
          </ac:spMkLst>
        </pc:spChg>
        <pc:spChg chg="mod">
          <ac:chgData name="Guest User" userId="S::urn:spo:tenantanon#44e3cf94-19c9-4e32-96c3-14f5bf01391a::" providerId="AD" clId="Web-{FEAB3CF7-3BEB-9431-6A66-AE740B2A08DC}" dt="2026-01-06T05:03:32.230" v="73" actId="20577"/>
          <ac:spMkLst>
            <pc:docMk/>
            <pc:sldMk cId="212406100" sldId="310"/>
            <ac:spMk id="7" creationId="{6BB61698-3AFF-1F94-E34C-00C2A7682AC5}"/>
          </ac:spMkLst>
        </pc:spChg>
      </pc:sldChg>
      <pc:sldChg chg="addSp modSp">
        <pc:chgData name="Guest User" userId="S::urn:spo:tenantanon#44e3cf94-19c9-4e32-96c3-14f5bf01391a::" providerId="AD" clId="Web-{FEAB3CF7-3BEB-9431-6A66-AE740B2A08DC}" dt="2026-01-06T07:12:46.652" v="248" actId="20577"/>
        <pc:sldMkLst>
          <pc:docMk/>
          <pc:sldMk cId="4187577602" sldId="311"/>
        </pc:sldMkLst>
        <pc:spChg chg="mod">
          <ac:chgData name="Guest User" userId="S::urn:spo:tenantanon#44e3cf94-19c9-4e32-96c3-14f5bf01391a::" providerId="AD" clId="Web-{FEAB3CF7-3BEB-9431-6A66-AE740B2A08DC}" dt="2026-01-06T07:08:01.879" v="153" actId="1076"/>
          <ac:spMkLst>
            <pc:docMk/>
            <pc:sldMk cId="4187577602" sldId="311"/>
            <ac:spMk id="2" creationId="{39CEF4E2-6A47-5D14-0E7D-E3ACD92CD471}"/>
          </ac:spMkLst>
        </pc:spChg>
        <pc:spChg chg="add mod">
          <ac:chgData name="Guest User" userId="S::urn:spo:tenantanon#44e3cf94-19c9-4e32-96c3-14f5bf01391a::" providerId="AD" clId="Web-{FEAB3CF7-3BEB-9431-6A66-AE740B2A08DC}" dt="2026-01-06T07:12:46.652" v="248" actId="20577"/>
          <ac:spMkLst>
            <pc:docMk/>
            <pc:sldMk cId="4187577602" sldId="311"/>
            <ac:spMk id="4" creationId="{CB2ECEC0-71C7-21E6-939D-59F40424467C}"/>
          </ac:spMkLst>
        </pc:spChg>
        <pc:spChg chg="mod">
          <ac:chgData name="Guest User" userId="S::urn:spo:tenantanon#44e3cf94-19c9-4e32-96c3-14f5bf01391a::" providerId="AD" clId="Web-{FEAB3CF7-3BEB-9431-6A66-AE740B2A08DC}" dt="2026-01-06T07:10:47.587" v="216" actId="20577"/>
          <ac:spMkLst>
            <pc:docMk/>
            <pc:sldMk cId="4187577602" sldId="311"/>
            <ac:spMk id="5" creationId="{3430872B-C262-EFA1-F03A-881556863103}"/>
          </ac:spMkLst>
        </pc:spChg>
        <pc:spChg chg="mod">
          <ac:chgData name="Guest User" userId="S::urn:spo:tenantanon#44e3cf94-19c9-4e32-96c3-14f5bf01391a::" providerId="AD" clId="Web-{FEAB3CF7-3BEB-9431-6A66-AE740B2A08DC}" dt="2026-01-06T07:11:23.307" v="219" actId="14100"/>
          <ac:spMkLst>
            <pc:docMk/>
            <pc:sldMk cId="4187577602" sldId="311"/>
            <ac:spMk id="6" creationId="{5017BA0C-444F-EE92-61DA-DEDF20BF7503}"/>
          </ac:spMkLst>
        </pc:spChg>
        <pc:spChg chg="mod">
          <ac:chgData name="Guest User" userId="S::urn:spo:tenantanon#44e3cf94-19c9-4e32-96c3-14f5bf01391a::" providerId="AD" clId="Web-{FEAB3CF7-3BEB-9431-6A66-AE740B2A08DC}" dt="2026-01-06T07:08:55.756" v="175" actId="1076"/>
          <ac:spMkLst>
            <pc:docMk/>
            <pc:sldMk cId="4187577602" sldId="311"/>
            <ac:spMk id="14" creationId="{28925513-93C4-BFB1-AD7B-31EEC7F2E0FC}"/>
          </ac:spMkLst>
        </pc:spChg>
        <pc:picChg chg="mod">
          <ac:chgData name="Guest User" userId="S::urn:spo:tenantanon#44e3cf94-19c9-4e32-96c3-14f5bf01391a::" providerId="AD" clId="Web-{FEAB3CF7-3BEB-9431-6A66-AE740B2A08DC}" dt="2026-01-06T04:18:52.818" v="29" actId="14100"/>
          <ac:picMkLst>
            <pc:docMk/>
            <pc:sldMk cId="4187577602" sldId="311"/>
            <ac:picMk id="3" creationId="{F404FE59-086F-A574-88FB-7E1392DCFA91}"/>
          </ac:picMkLst>
        </pc:picChg>
      </pc:sldChg>
      <pc:sldChg chg="addSp delSp modSp">
        <pc:chgData name="Guest User" userId="S::urn:spo:tenantanon#44e3cf94-19c9-4e32-96c3-14f5bf01391a::" providerId="AD" clId="Web-{FEAB3CF7-3BEB-9431-6A66-AE740B2A08DC}" dt="2026-01-06T07:54:02.333" v="311" actId="1076"/>
        <pc:sldMkLst>
          <pc:docMk/>
          <pc:sldMk cId="3068974501" sldId="312"/>
        </pc:sldMkLst>
        <pc:spChg chg="mod">
          <ac:chgData name="Guest User" userId="S::urn:spo:tenantanon#44e3cf94-19c9-4e32-96c3-14f5bf01391a::" providerId="AD" clId="Web-{FEAB3CF7-3BEB-9431-6A66-AE740B2A08DC}" dt="2026-01-06T07:15:57.140" v="266" actId="1076"/>
          <ac:spMkLst>
            <pc:docMk/>
            <pc:sldMk cId="3068974501" sldId="312"/>
            <ac:spMk id="2" creationId="{A6B42F3F-3939-42DC-B041-0404126EE47F}"/>
          </ac:spMkLst>
        </pc:spChg>
        <pc:spChg chg="mod">
          <ac:chgData name="Guest User" userId="S::urn:spo:tenantanon#44e3cf94-19c9-4e32-96c3-14f5bf01391a::" providerId="AD" clId="Web-{FEAB3CF7-3BEB-9431-6A66-AE740B2A08DC}" dt="2026-01-06T07:54:02.333" v="311" actId="1076"/>
          <ac:spMkLst>
            <pc:docMk/>
            <pc:sldMk cId="3068974501" sldId="312"/>
            <ac:spMk id="3" creationId="{936EFCFA-6107-F48C-21F3-2290BDB800B3}"/>
          </ac:spMkLst>
        </pc:spChg>
        <pc:spChg chg="mod">
          <ac:chgData name="Guest User" userId="S::urn:spo:tenantanon#44e3cf94-19c9-4e32-96c3-14f5bf01391a::" providerId="AD" clId="Web-{FEAB3CF7-3BEB-9431-6A66-AE740B2A08DC}" dt="2026-01-06T07:53:53.723" v="310" actId="20577"/>
          <ac:spMkLst>
            <pc:docMk/>
            <pc:sldMk cId="3068974501" sldId="312"/>
            <ac:spMk id="4" creationId="{27708471-9D1C-0BEC-B43E-A5C11F0E9B98}"/>
          </ac:spMkLst>
        </pc:spChg>
        <pc:spChg chg="mod">
          <ac:chgData name="Guest User" userId="S::urn:spo:tenantanon#44e3cf94-19c9-4e32-96c3-14f5bf01391a::" providerId="AD" clId="Web-{FEAB3CF7-3BEB-9431-6A66-AE740B2A08DC}" dt="2026-01-06T07:16:18.031" v="270" actId="1076"/>
          <ac:spMkLst>
            <pc:docMk/>
            <pc:sldMk cId="3068974501" sldId="312"/>
            <ac:spMk id="5" creationId="{3D97FC00-C5C7-D77D-8970-AFD877021A61}"/>
          </ac:spMkLst>
        </pc:spChg>
        <pc:spChg chg="mod">
          <ac:chgData name="Guest User" userId="S::urn:spo:tenantanon#44e3cf94-19c9-4e32-96c3-14f5bf01391a::" providerId="AD" clId="Web-{FEAB3CF7-3BEB-9431-6A66-AE740B2A08DC}" dt="2026-01-06T07:16:07.953" v="269" actId="1076"/>
          <ac:spMkLst>
            <pc:docMk/>
            <pc:sldMk cId="3068974501" sldId="312"/>
            <ac:spMk id="6" creationId="{BC464FAA-3659-BBBD-58E7-D272D423BEB5}"/>
          </ac:spMkLst>
        </pc:spChg>
        <pc:spChg chg="add del mod">
          <ac:chgData name="Guest User" userId="S::urn:spo:tenantanon#44e3cf94-19c9-4e32-96c3-14f5bf01391a::" providerId="AD" clId="Web-{FEAB3CF7-3BEB-9431-6A66-AE740B2A08DC}" dt="2026-01-06T04:18:20.473" v="26"/>
          <ac:spMkLst>
            <pc:docMk/>
            <pc:sldMk cId="3068974501" sldId="312"/>
            <ac:spMk id="7" creationId="{B6B74A5F-AF1A-D6AF-68AD-2AC1269643FA}"/>
          </ac:spMkLst>
        </pc:spChg>
        <pc:spChg chg="mod">
          <ac:chgData name="Guest User" userId="S::urn:spo:tenantanon#44e3cf94-19c9-4e32-96c3-14f5bf01391a::" providerId="AD" clId="Web-{FEAB3CF7-3BEB-9431-6A66-AE740B2A08DC}" dt="2026-01-06T04:18:33.255" v="27" actId="20577"/>
          <ac:spMkLst>
            <pc:docMk/>
            <pc:sldMk cId="3068974501" sldId="312"/>
            <ac:spMk id="16" creationId="{D698F671-AA5B-D66D-E5AE-A721C1773C11}"/>
          </ac:spMkLst>
        </pc:spChg>
        <pc:picChg chg="add mod">
          <ac:chgData name="Guest User" userId="S::urn:spo:tenantanon#44e3cf94-19c9-4e32-96c3-14f5bf01391a::" providerId="AD" clId="Web-{FEAB3CF7-3BEB-9431-6A66-AE740B2A08DC}" dt="2026-01-06T07:17:11.610" v="276" actId="1076"/>
          <ac:picMkLst>
            <pc:docMk/>
            <pc:sldMk cId="3068974501" sldId="312"/>
            <ac:picMk id="7" creationId="{C01891B1-BDFA-F4AC-AA0A-AD7F9E0D2EC0}"/>
          </ac:picMkLst>
        </pc:picChg>
      </pc:sldChg>
      <pc:sldChg chg="addSp delSp modSp">
        <pc:chgData name="Guest User" userId="S::urn:spo:tenantanon#44e3cf94-19c9-4e32-96c3-14f5bf01391a::" providerId="AD" clId="Web-{FEAB3CF7-3BEB-9431-6A66-AE740B2A08DC}" dt="2026-01-06T08:34:30.243" v="509" actId="20577"/>
        <pc:sldMkLst>
          <pc:docMk/>
          <pc:sldMk cId="2539868197" sldId="313"/>
        </pc:sldMkLst>
        <pc:spChg chg="del">
          <ac:chgData name="Guest User" userId="S::urn:spo:tenantanon#44e3cf94-19c9-4e32-96c3-14f5bf01391a::" providerId="AD" clId="Web-{FEAB3CF7-3BEB-9431-6A66-AE740B2A08DC}" dt="2026-01-06T08:13:01.595" v="317"/>
          <ac:spMkLst>
            <pc:docMk/>
            <pc:sldMk cId="2539868197" sldId="313"/>
            <ac:spMk id="4" creationId="{0C94DCE0-3F80-B512-2C7F-F67F8C8EA6D9}"/>
          </ac:spMkLst>
        </pc:spChg>
        <pc:spChg chg="mod">
          <ac:chgData name="Guest User" userId="S::urn:spo:tenantanon#44e3cf94-19c9-4e32-96c3-14f5bf01391a::" providerId="AD" clId="Web-{FEAB3CF7-3BEB-9431-6A66-AE740B2A08DC}" dt="2026-01-06T08:28:46.803" v="424" actId="1076"/>
          <ac:spMkLst>
            <pc:docMk/>
            <pc:sldMk cId="2539868197" sldId="313"/>
            <ac:spMk id="6" creationId="{D598E498-77B4-92F9-9A70-89F5FA9A9310}"/>
          </ac:spMkLst>
        </pc:spChg>
        <pc:spChg chg="add del mod">
          <ac:chgData name="Guest User" userId="S::urn:spo:tenantanon#44e3cf94-19c9-4e32-96c3-14f5bf01391a::" providerId="AD" clId="Web-{FEAB3CF7-3BEB-9431-6A66-AE740B2A08DC}" dt="2026-01-06T08:13:03.845" v="318"/>
          <ac:spMkLst>
            <pc:docMk/>
            <pc:sldMk cId="2539868197" sldId="313"/>
            <ac:spMk id="7" creationId="{C5938238-A796-148F-25C8-019A8FE1A975}"/>
          </ac:spMkLst>
        </pc:spChg>
        <pc:spChg chg="mod">
          <ac:chgData name="Guest User" userId="S::urn:spo:tenantanon#44e3cf94-19c9-4e32-96c3-14f5bf01391a::" providerId="AD" clId="Web-{FEAB3CF7-3BEB-9431-6A66-AE740B2A08DC}" dt="2026-01-06T08:29:19.178" v="434" actId="14100"/>
          <ac:spMkLst>
            <pc:docMk/>
            <pc:sldMk cId="2539868197" sldId="313"/>
            <ac:spMk id="8" creationId="{522D0995-8BFB-B8D5-4CB0-3B0329543F2C}"/>
          </ac:spMkLst>
        </pc:spChg>
        <pc:spChg chg="add mod">
          <ac:chgData name="Guest User" userId="S::urn:spo:tenantanon#44e3cf94-19c9-4e32-96c3-14f5bf01391a::" providerId="AD" clId="Web-{FEAB3CF7-3BEB-9431-6A66-AE740B2A08DC}" dt="2026-01-06T08:31:12.632" v="471" actId="1076"/>
          <ac:spMkLst>
            <pc:docMk/>
            <pc:sldMk cId="2539868197" sldId="313"/>
            <ac:spMk id="9" creationId="{7AE20CD0-5020-FD95-F694-AA37A758E2F5}"/>
          </ac:spMkLst>
        </pc:spChg>
        <pc:spChg chg="add mod">
          <ac:chgData name="Guest User" userId="S::urn:spo:tenantanon#44e3cf94-19c9-4e32-96c3-14f5bf01391a::" providerId="AD" clId="Web-{FEAB3CF7-3BEB-9431-6A66-AE740B2A08DC}" dt="2026-01-06T08:29:26.491" v="436" actId="14100"/>
          <ac:spMkLst>
            <pc:docMk/>
            <pc:sldMk cId="2539868197" sldId="313"/>
            <ac:spMk id="10" creationId="{1885E85B-83D1-C508-60D9-C3B133B527D8}"/>
          </ac:spMkLst>
        </pc:spChg>
        <pc:spChg chg="del mod">
          <ac:chgData name="Guest User" userId="S::urn:spo:tenantanon#44e3cf94-19c9-4e32-96c3-14f5bf01391a::" providerId="AD" clId="Web-{FEAB3CF7-3BEB-9431-6A66-AE740B2A08DC}" dt="2026-01-06T08:28:30.302" v="417"/>
          <ac:spMkLst>
            <pc:docMk/>
            <pc:sldMk cId="2539868197" sldId="313"/>
            <ac:spMk id="11" creationId="{CD964229-E874-3006-C93A-FCB6C463EDE7}"/>
          </ac:spMkLst>
        </pc:spChg>
        <pc:spChg chg="add mod">
          <ac:chgData name="Guest User" userId="S::urn:spo:tenantanon#44e3cf94-19c9-4e32-96c3-14f5bf01391a::" providerId="AD" clId="Web-{FEAB3CF7-3BEB-9431-6A66-AE740B2A08DC}" dt="2026-01-06T08:29:32.757" v="438" actId="14100"/>
          <ac:spMkLst>
            <pc:docMk/>
            <pc:sldMk cId="2539868197" sldId="313"/>
            <ac:spMk id="12" creationId="{7C23F46B-52D6-E28C-9C21-228EC2C4FD1F}"/>
          </ac:spMkLst>
        </pc:spChg>
        <pc:spChg chg="del mod">
          <ac:chgData name="Guest User" userId="S::urn:spo:tenantanon#44e3cf94-19c9-4e32-96c3-14f5bf01391a::" providerId="AD" clId="Web-{FEAB3CF7-3BEB-9431-6A66-AE740B2A08DC}" dt="2026-01-06T08:13:06.908" v="321"/>
          <ac:spMkLst>
            <pc:docMk/>
            <pc:sldMk cId="2539868197" sldId="313"/>
            <ac:spMk id="13" creationId="{76CD03E3-A91A-B81B-330E-4FFC3EC468C7}"/>
          </ac:spMkLst>
        </pc:spChg>
        <pc:spChg chg="add mod">
          <ac:chgData name="Guest User" userId="S::urn:spo:tenantanon#44e3cf94-19c9-4e32-96c3-14f5bf01391a::" providerId="AD" clId="Web-{FEAB3CF7-3BEB-9431-6A66-AE740B2A08DC}" dt="2026-01-06T08:29:41.382" v="440" actId="14100"/>
          <ac:spMkLst>
            <pc:docMk/>
            <pc:sldMk cId="2539868197" sldId="313"/>
            <ac:spMk id="14" creationId="{0F78928F-BD9F-2B14-CD91-2D947E738479}"/>
          </ac:spMkLst>
        </pc:spChg>
        <pc:spChg chg="add mod">
          <ac:chgData name="Guest User" userId="S::urn:spo:tenantanon#44e3cf94-19c9-4e32-96c3-14f5bf01391a::" providerId="AD" clId="Web-{FEAB3CF7-3BEB-9431-6A66-AE740B2A08DC}" dt="2026-01-06T08:34:30.243" v="509" actId="20577"/>
          <ac:spMkLst>
            <pc:docMk/>
            <pc:sldMk cId="2539868197" sldId="313"/>
            <ac:spMk id="15" creationId="{4F27BB62-E3F3-C069-C6C1-AD07FEB9A28D}"/>
          </ac:spMkLst>
        </pc:spChg>
        <pc:spChg chg="add mod">
          <ac:chgData name="Guest User" userId="S::urn:spo:tenantanon#44e3cf94-19c9-4e32-96c3-14f5bf01391a::" providerId="AD" clId="Web-{FEAB3CF7-3BEB-9431-6A66-AE740B2A08DC}" dt="2026-01-06T08:32:31.383" v="489" actId="1076"/>
          <ac:spMkLst>
            <pc:docMk/>
            <pc:sldMk cId="2539868197" sldId="313"/>
            <ac:spMk id="17" creationId="{3BDE8E4C-157A-7320-9829-55E91BC2A41A}"/>
          </ac:spMkLst>
        </pc:spChg>
        <pc:spChg chg="add mod">
          <ac:chgData name="Guest User" userId="S::urn:spo:tenantanon#44e3cf94-19c9-4e32-96c3-14f5bf01391a::" providerId="AD" clId="Web-{FEAB3CF7-3BEB-9431-6A66-AE740B2A08DC}" dt="2026-01-06T08:32:40.011" v="491" actId="1076"/>
          <ac:spMkLst>
            <pc:docMk/>
            <pc:sldMk cId="2539868197" sldId="313"/>
            <ac:spMk id="18" creationId="{D24D2A11-412E-6B4C-FCB4-73EFBF691035}"/>
          </ac:spMkLst>
        </pc:spChg>
        <pc:spChg chg="add mod">
          <ac:chgData name="Guest User" userId="S::urn:spo:tenantanon#44e3cf94-19c9-4e32-96c3-14f5bf01391a::" providerId="AD" clId="Web-{FEAB3CF7-3BEB-9431-6A66-AE740B2A08DC}" dt="2026-01-06T08:32:45.871" v="493" actId="1076"/>
          <ac:spMkLst>
            <pc:docMk/>
            <pc:sldMk cId="2539868197" sldId="313"/>
            <ac:spMk id="19" creationId="{0C8897FE-F0FE-629A-BF8E-A92768A2FDA9}"/>
          </ac:spMkLst>
        </pc:spChg>
        <pc:spChg chg="add mod">
          <ac:chgData name="Guest User" userId="S::urn:spo:tenantanon#44e3cf94-19c9-4e32-96c3-14f5bf01391a::" providerId="AD" clId="Web-{FEAB3CF7-3BEB-9431-6A66-AE740B2A08DC}" dt="2026-01-06T08:32:52.341" v="495" actId="1076"/>
          <ac:spMkLst>
            <pc:docMk/>
            <pc:sldMk cId="2539868197" sldId="313"/>
            <ac:spMk id="20" creationId="{B84E03D4-E812-B6FD-0636-317135AFACA8}"/>
          </ac:spMkLst>
        </pc:spChg>
        <pc:spChg chg="add mod">
          <ac:chgData name="Guest User" userId="S::urn:spo:tenantanon#44e3cf94-19c9-4e32-96c3-14f5bf01391a::" providerId="AD" clId="Web-{FEAB3CF7-3BEB-9431-6A66-AE740B2A08DC}" dt="2026-01-06T08:32:56.374" v="497" actId="1076"/>
          <ac:spMkLst>
            <pc:docMk/>
            <pc:sldMk cId="2539868197" sldId="313"/>
            <ac:spMk id="21" creationId="{7B37ECCA-2ECF-09F5-B9BC-EBCA64561A54}"/>
          </ac:spMkLst>
        </pc:spChg>
        <pc:spChg chg="mod">
          <ac:chgData name="Guest User" userId="S::urn:spo:tenantanon#44e3cf94-19c9-4e32-96c3-14f5bf01391a::" providerId="AD" clId="Web-{FEAB3CF7-3BEB-9431-6A66-AE740B2A08DC}" dt="2026-01-06T04:18:38.193" v="28" actId="20577"/>
          <ac:spMkLst>
            <pc:docMk/>
            <pc:sldMk cId="2539868197" sldId="313"/>
            <ac:spMk id="43" creationId="{23ECD444-ECB4-E1DB-D2F2-588AF107B493}"/>
          </ac:spMkLst>
        </pc:spChg>
      </pc:sldChg>
      <pc:sldChg chg="modSp">
        <pc:chgData name="Guest User" userId="S::urn:spo:tenantanon#44e3cf94-19c9-4e32-96c3-14f5bf01391a::" providerId="AD" clId="Web-{FEAB3CF7-3BEB-9431-6A66-AE740B2A08DC}" dt="2026-01-06T08:26:15.862" v="402" actId="1076"/>
        <pc:sldMkLst>
          <pc:docMk/>
          <pc:sldMk cId="3005434579" sldId="329"/>
        </pc:sldMkLst>
        <pc:spChg chg="mod">
          <ac:chgData name="Guest User" userId="S::urn:spo:tenantanon#44e3cf94-19c9-4e32-96c3-14f5bf01391a::" providerId="AD" clId="Web-{FEAB3CF7-3BEB-9431-6A66-AE740B2A08DC}" dt="2026-01-06T08:26:15.862" v="402" actId="1076"/>
          <ac:spMkLst>
            <pc:docMk/>
            <pc:sldMk cId="3005434579" sldId="329"/>
            <ac:spMk id="6" creationId="{C427B50D-1C5A-D5B2-CD43-2264CE103CC7}"/>
          </ac:spMkLst>
        </pc:spChg>
      </pc:sldChg>
      <pc:sldChg chg="delSp modSp add replId">
        <pc:chgData name="Guest User" userId="S::urn:spo:tenantanon#44e3cf94-19c9-4e32-96c3-14f5bf01391a::" providerId="AD" clId="Web-{FEAB3CF7-3BEB-9431-6A66-AE740B2A08DC}" dt="2026-01-06T08:32:00.357" v="485" actId="14100"/>
        <pc:sldMkLst>
          <pc:docMk/>
          <pc:sldMk cId="1915766462" sldId="330"/>
        </pc:sldMkLst>
        <pc:spChg chg="mod">
          <ac:chgData name="Guest User" userId="S::urn:spo:tenantanon#44e3cf94-19c9-4e32-96c3-14f5bf01391a::" providerId="AD" clId="Web-{FEAB3CF7-3BEB-9431-6A66-AE740B2A08DC}" dt="2026-01-06T08:32:00.357" v="485" actId="14100"/>
          <ac:spMkLst>
            <pc:docMk/>
            <pc:sldMk cId="1915766462" sldId="330"/>
            <ac:spMk id="4" creationId="{BD260A96-D1C8-5408-AD45-C348C5B0089D}"/>
          </ac:spMkLst>
        </pc:spChg>
        <pc:spChg chg="del mod">
          <ac:chgData name="Guest User" userId="S::urn:spo:tenantanon#44e3cf94-19c9-4e32-96c3-14f5bf01391a::" providerId="AD" clId="Web-{FEAB3CF7-3BEB-9431-6A66-AE740B2A08DC}" dt="2026-01-06T08:13:21.345" v="327"/>
          <ac:spMkLst>
            <pc:docMk/>
            <pc:sldMk cId="1915766462" sldId="330"/>
            <ac:spMk id="6" creationId="{5745C8A8-228D-5691-BE17-DC939A805B0F}"/>
          </ac:spMkLst>
        </pc:spChg>
        <pc:spChg chg="mod">
          <ac:chgData name="Guest User" userId="S::urn:spo:tenantanon#44e3cf94-19c9-4e32-96c3-14f5bf01391a::" providerId="AD" clId="Web-{FEAB3CF7-3BEB-9431-6A66-AE740B2A08DC}" dt="2026-01-06T08:31:54.198" v="484" actId="20577"/>
          <ac:spMkLst>
            <pc:docMk/>
            <pc:sldMk cId="1915766462" sldId="330"/>
            <ac:spMk id="7" creationId="{2B9A016A-1323-DD7A-82D0-A3CB8355A48B}"/>
          </ac:spMkLst>
        </pc:spChg>
        <pc:spChg chg="del">
          <ac:chgData name="Guest User" userId="S::urn:spo:tenantanon#44e3cf94-19c9-4e32-96c3-14f5bf01391a::" providerId="AD" clId="Web-{FEAB3CF7-3BEB-9431-6A66-AE740B2A08DC}" dt="2026-01-06T08:13:18.033" v="325"/>
          <ac:spMkLst>
            <pc:docMk/>
            <pc:sldMk cId="1915766462" sldId="330"/>
            <ac:spMk id="8" creationId="{05BF1506-5F1A-A072-10E0-87DC5485820E}"/>
          </ac:spMkLst>
        </pc:spChg>
        <pc:spChg chg="del mod">
          <ac:chgData name="Guest User" userId="S::urn:spo:tenantanon#44e3cf94-19c9-4e32-96c3-14f5bf01391a::" providerId="AD" clId="Web-{FEAB3CF7-3BEB-9431-6A66-AE740B2A08DC}" dt="2026-01-06T08:13:24.064" v="328"/>
          <ac:spMkLst>
            <pc:docMk/>
            <pc:sldMk cId="1915766462" sldId="330"/>
            <ac:spMk id="11" creationId="{E987D534-D5AF-092E-0F84-5645B6A4985C}"/>
          </ac:spMkLst>
        </pc:spChg>
        <pc:spChg chg="mod">
          <ac:chgData name="Guest User" userId="S::urn:spo:tenantanon#44e3cf94-19c9-4e32-96c3-14f5bf01391a::" providerId="AD" clId="Web-{FEAB3CF7-3BEB-9431-6A66-AE740B2A08DC}" dt="2026-01-06T08:25:09.753" v="400" actId="1076"/>
          <ac:spMkLst>
            <pc:docMk/>
            <pc:sldMk cId="1915766462" sldId="330"/>
            <ac:spMk id="13" creationId="{0442C18D-86A2-586B-E8A6-7FBC6108E096}"/>
          </ac:spMkLst>
        </pc:spChg>
      </pc:sldChg>
    </pc:docChg>
  </pc:docChgLst>
  <pc:docChgLst>
    <pc:chgData name="Guest User" userId="S::urn:spo:tenantanon#44e3cf94-19c9-4e32-96c3-14f5bf01391a::" providerId="AD" clId="Web-{8BEF0329-AB9B-0DDE-A033-D451589C2421}"/>
    <pc:docChg chg="modSld">
      <pc:chgData name="Guest User" userId="S::urn:spo:tenantanon#44e3cf94-19c9-4e32-96c3-14f5bf01391a::" providerId="AD" clId="Web-{8BEF0329-AB9B-0DDE-A033-D451589C2421}" dt="2026-01-06T04:39:05.251" v="365" actId="1076"/>
      <pc:docMkLst>
        <pc:docMk/>
      </pc:docMkLst>
      <pc:sldChg chg="addSp delSp modSp">
        <pc:chgData name="Guest User" userId="S::urn:spo:tenantanon#44e3cf94-19c9-4e32-96c3-14f5bf01391a::" providerId="AD" clId="Web-{8BEF0329-AB9B-0DDE-A033-D451589C2421}" dt="2026-01-06T04:28:57.315" v="288" actId="1076"/>
        <pc:sldMkLst>
          <pc:docMk/>
          <pc:sldMk cId="1184288525" sldId="272"/>
        </pc:sldMkLst>
        <pc:spChg chg="del">
          <ac:chgData name="Guest User" userId="S::urn:spo:tenantanon#44e3cf94-19c9-4e32-96c3-14f5bf01391a::" providerId="AD" clId="Web-{8BEF0329-AB9B-0DDE-A033-D451589C2421}" dt="2026-01-06T04:12:47.561" v="182"/>
          <ac:spMkLst>
            <pc:docMk/>
            <pc:sldMk cId="1184288525" sldId="272"/>
            <ac:spMk id="2" creationId="{CFCCFA25-FE0E-5838-AD5F-86A536F29FFA}"/>
          </ac:spMkLst>
        </pc:spChg>
        <pc:spChg chg="del">
          <ac:chgData name="Guest User" userId="S::urn:spo:tenantanon#44e3cf94-19c9-4e32-96c3-14f5bf01391a::" providerId="AD" clId="Web-{8BEF0329-AB9B-0DDE-A033-D451589C2421}" dt="2026-01-06T04:03:32.262" v="129"/>
          <ac:spMkLst>
            <pc:docMk/>
            <pc:sldMk cId="1184288525" sldId="272"/>
            <ac:spMk id="4" creationId="{F8B24255-EC29-F15E-0DE1-C3DD5D18691A}"/>
          </ac:spMkLst>
        </pc:spChg>
        <pc:spChg chg="del">
          <ac:chgData name="Guest User" userId="S::urn:spo:tenantanon#44e3cf94-19c9-4e32-96c3-14f5bf01391a::" providerId="AD" clId="Web-{8BEF0329-AB9B-0DDE-A033-D451589C2421}" dt="2026-01-06T04:03:32.262" v="128"/>
          <ac:spMkLst>
            <pc:docMk/>
            <pc:sldMk cId="1184288525" sldId="272"/>
            <ac:spMk id="5" creationId="{E1547952-8928-4589-46DE-054EAA14E396}"/>
          </ac:spMkLst>
        </pc:spChg>
        <pc:spChg chg="del">
          <ac:chgData name="Guest User" userId="S::urn:spo:tenantanon#44e3cf94-19c9-4e32-96c3-14f5bf01391a::" providerId="AD" clId="Web-{8BEF0329-AB9B-0DDE-A033-D451589C2421}" dt="2026-01-06T04:03:32.262" v="127"/>
          <ac:spMkLst>
            <pc:docMk/>
            <pc:sldMk cId="1184288525" sldId="272"/>
            <ac:spMk id="6" creationId="{91552AD5-51E0-2759-61AF-F7A40B3EAD2F}"/>
          </ac:spMkLst>
        </pc:spChg>
        <pc:spChg chg="del">
          <ac:chgData name="Guest User" userId="S::urn:spo:tenantanon#44e3cf94-19c9-4e32-96c3-14f5bf01391a::" providerId="AD" clId="Web-{8BEF0329-AB9B-0DDE-A033-D451589C2421}" dt="2026-01-06T04:03:32.262" v="126"/>
          <ac:spMkLst>
            <pc:docMk/>
            <pc:sldMk cId="1184288525" sldId="272"/>
            <ac:spMk id="7" creationId="{E7368449-EDC1-527C-DC40-15F66E3EB0A5}"/>
          </ac:spMkLst>
        </pc:spChg>
        <pc:spChg chg="del">
          <ac:chgData name="Guest User" userId="S::urn:spo:tenantanon#44e3cf94-19c9-4e32-96c3-14f5bf01391a::" providerId="AD" clId="Web-{8BEF0329-AB9B-0DDE-A033-D451589C2421}" dt="2026-01-06T04:03:32.262" v="125"/>
          <ac:spMkLst>
            <pc:docMk/>
            <pc:sldMk cId="1184288525" sldId="272"/>
            <ac:spMk id="8" creationId="{A731AF21-EC93-EEB4-6200-4A3CB6358503}"/>
          </ac:spMkLst>
        </pc:spChg>
        <pc:spChg chg="del">
          <ac:chgData name="Guest User" userId="S::urn:spo:tenantanon#44e3cf94-19c9-4e32-96c3-14f5bf01391a::" providerId="AD" clId="Web-{8BEF0329-AB9B-0DDE-A033-D451589C2421}" dt="2026-01-06T04:03:32.262" v="124"/>
          <ac:spMkLst>
            <pc:docMk/>
            <pc:sldMk cId="1184288525" sldId="272"/>
            <ac:spMk id="9" creationId="{C5F19DD3-F268-1E23-D372-B4A505BE2345}"/>
          </ac:spMkLst>
        </pc:spChg>
        <pc:spChg chg="del">
          <ac:chgData name="Guest User" userId="S::urn:spo:tenantanon#44e3cf94-19c9-4e32-96c3-14f5bf01391a::" providerId="AD" clId="Web-{8BEF0329-AB9B-0DDE-A033-D451589C2421}" dt="2026-01-06T04:03:32.262" v="123"/>
          <ac:spMkLst>
            <pc:docMk/>
            <pc:sldMk cId="1184288525" sldId="272"/>
            <ac:spMk id="10" creationId="{EFCF9452-EBB1-639E-A89C-79188D9CE608}"/>
          </ac:spMkLst>
        </pc:spChg>
        <pc:spChg chg="del">
          <ac:chgData name="Guest User" userId="S::urn:spo:tenantanon#44e3cf94-19c9-4e32-96c3-14f5bf01391a::" providerId="AD" clId="Web-{8BEF0329-AB9B-0DDE-A033-D451589C2421}" dt="2026-01-06T04:03:32.262" v="122"/>
          <ac:spMkLst>
            <pc:docMk/>
            <pc:sldMk cId="1184288525" sldId="272"/>
            <ac:spMk id="11" creationId="{9B2A0617-07B2-8A28-CB05-06826DA08A49}"/>
          </ac:spMkLst>
        </pc:spChg>
        <pc:spChg chg="del">
          <ac:chgData name="Guest User" userId="S::urn:spo:tenantanon#44e3cf94-19c9-4e32-96c3-14f5bf01391a::" providerId="AD" clId="Web-{8BEF0329-AB9B-0DDE-A033-D451589C2421}" dt="2026-01-06T04:03:34.824" v="130"/>
          <ac:spMkLst>
            <pc:docMk/>
            <pc:sldMk cId="1184288525" sldId="272"/>
            <ac:spMk id="12" creationId="{8A5EDC9D-36DD-C087-575C-D6776845D8D7}"/>
          </ac:spMkLst>
        </pc:spChg>
        <pc:spChg chg="del">
          <ac:chgData name="Guest User" userId="S::urn:spo:tenantanon#44e3cf94-19c9-4e32-96c3-14f5bf01391a::" providerId="AD" clId="Web-{8BEF0329-AB9B-0DDE-A033-D451589C2421}" dt="2026-01-06T04:03:37.262" v="131"/>
          <ac:spMkLst>
            <pc:docMk/>
            <pc:sldMk cId="1184288525" sldId="272"/>
            <ac:spMk id="13" creationId="{6B08EFC5-E8EE-EF1A-62A3-B337CB603E0F}"/>
          </ac:spMkLst>
        </pc:spChg>
        <pc:spChg chg="del">
          <ac:chgData name="Guest User" userId="S::urn:spo:tenantanon#44e3cf94-19c9-4e32-96c3-14f5bf01391a::" providerId="AD" clId="Web-{8BEF0329-AB9B-0DDE-A033-D451589C2421}" dt="2026-01-06T04:03:32.262" v="121"/>
          <ac:spMkLst>
            <pc:docMk/>
            <pc:sldMk cId="1184288525" sldId="272"/>
            <ac:spMk id="14" creationId="{FD1F5240-0CEF-7C57-076C-BA38C668F03D}"/>
          </ac:spMkLst>
        </pc:spChg>
        <pc:spChg chg="add mod">
          <ac:chgData name="Guest User" userId="S::urn:spo:tenantanon#44e3cf94-19c9-4e32-96c3-14f5bf01391a::" providerId="AD" clId="Web-{8BEF0329-AB9B-0DDE-A033-D451589C2421}" dt="2026-01-06T04:21:16.584" v="223" actId="1076"/>
          <ac:spMkLst>
            <pc:docMk/>
            <pc:sldMk cId="1184288525" sldId="272"/>
            <ac:spMk id="20" creationId="{6A8C3283-E226-29FA-EBD3-49153CBABD5A}"/>
          </ac:spMkLst>
        </pc:spChg>
        <pc:spChg chg="add mod">
          <ac:chgData name="Guest User" userId="S::urn:spo:tenantanon#44e3cf94-19c9-4e32-96c3-14f5bf01391a::" providerId="AD" clId="Web-{8BEF0329-AB9B-0DDE-A033-D451589C2421}" dt="2026-01-06T04:28:51.721" v="287" actId="1076"/>
          <ac:spMkLst>
            <pc:docMk/>
            <pc:sldMk cId="1184288525" sldId="272"/>
            <ac:spMk id="24" creationId="{A2DB1EB4-8083-4F2D-128E-2A91AC778E0B}"/>
          </ac:spMkLst>
        </pc:spChg>
        <pc:spChg chg="add mod">
          <ac:chgData name="Guest User" userId="S::urn:spo:tenantanon#44e3cf94-19c9-4e32-96c3-14f5bf01391a::" providerId="AD" clId="Web-{8BEF0329-AB9B-0DDE-A033-D451589C2421}" dt="2026-01-06T04:28:57.315" v="288" actId="1076"/>
          <ac:spMkLst>
            <pc:docMk/>
            <pc:sldMk cId="1184288525" sldId="272"/>
            <ac:spMk id="28" creationId="{D578D833-E490-17DD-98E2-1751794D992A}"/>
          </ac:spMkLst>
        </pc:spChg>
        <pc:picChg chg="mod">
          <ac:chgData name="Guest User" userId="S::urn:spo:tenantanon#44e3cf94-19c9-4e32-96c3-14f5bf01391a::" providerId="AD" clId="Web-{8BEF0329-AB9B-0DDE-A033-D451589C2421}" dt="2026-01-06T04:12:43.311" v="181" actId="14100"/>
          <ac:picMkLst>
            <pc:docMk/>
            <pc:sldMk cId="1184288525" sldId="272"/>
            <ac:picMk id="19" creationId="{C1B1A686-7650-E94D-0A0D-B69427F6488C}"/>
          </ac:picMkLst>
        </pc:picChg>
      </pc:sldChg>
      <pc:sldChg chg="modSp">
        <pc:chgData name="Guest User" userId="S::urn:spo:tenantanon#44e3cf94-19c9-4e32-96c3-14f5bf01391a::" providerId="AD" clId="Web-{8BEF0329-AB9B-0DDE-A033-D451589C2421}" dt="2026-01-06T03:59:32.191" v="120" actId="1076"/>
        <pc:sldMkLst>
          <pc:docMk/>
          <pc:sldMk cId="2855883343" sldId="273"/>
        </pc:sldMkLst>
        <pc:spChg chg="mod">
          <ac:chgData name="Guest User" userId="S::urn:spo:tenantanon#44e3cf94-19c9-4e32-96c3-14f5bf01391a::" providerId="AD" clId="Web-{8BEF0329-AB9B-0DDE-A033-D451589C2421}" dt="2026-01-06T03:59:32.113" v="114" actId="1076"/>
          <ac:spMkLst>
            <pc:docMk/>
            <pc:sldMk cId="2855883343" sldId="273"/>
            <ac:spMk id="3" creationId="{A3FB3CDF-0CCF-26B1-B587-75C1B7FA2B50}"/>
          </ac:spMkLst>
        </pc:spChg>
        <pc:spChg chg="mod">
          <ac:chgData name="Guest User" userId="S::urn:spo:tenantanon#44e3cf94-19c9-4e32-96c3-14f5bf01391a::" providerId="AD" clId="Web-{8BEF0329-AB9B-0DDE-A033-D451589C2421}" dt="2026-01-06T03:59:32.129" v="115" actId="1076"/>
          <ac:spMkLst>
            <pc:docMk/>
            <pc:sldMk cId="2855883343" sldId="273"/>
            <ac:spMk id="28" creationId="{8189A7D4-24DF-F7F7-15EE-632D64EF9D2A}"/>
          </ac:spMkLst>
        </pc:spChg>
        <pc:spChg chg="mod">
          <ac:chgData name="Guest User" userId="S::urn:spo:tenantanon#44e3cf94-19c9-4e32-96c3-14f5bf01391a::" providerId="AD" clId="Web-{8BEF0329-AB9B-0DDE-A033-D451589C2421}" dt="2026-01-06T03:59:32.145" v="116" actId="1076"/>
          <ac:spMkLst>
            <pc:docMk/>
            <pc:sldMk cId="2855883343" sldId="273"/>
            <ac:spMk id="30" creationId="{785A9DBF-11E9-162B-E739-6AA224E026BC}"/>
          </ac:spMkLst>
        </pc:spChg>
        <pc:spChg chg="mod">
          <ac:chgData name="Guest User" userId="S::urn:spo:tenantanon#44e3cf94-19c9-4e32-96c3-14f5bf01391a::" providerId="AD" clId="Web-{8BEF0329-AB9B-0DDE-A033-D451589C2421}" dt="2026-01-06T03:59:32.160" v="117" actId="1076"/>
          <ac:spMkLst>
            <pc:docMk/>
            <pc:sldMk cId="2855883343" sldId="273"/>
            <ac:spMk id="32" creationId="{0044DA9A-04E0-7C49-1BAF-02577164D78C}"/>
          </ac:spMkLst>
        </pc:spChg>
        <pc:spChg chg="mod">
          <ac:chgData name="Guest User" userId="S::urn:spo:tenantanon#44e3cf94-19c9-4e32-96c3-14f5bf01391a::" providerId="AD" clId="Web-{8BEF0329-AB9B-0DDE-A033-D451589C2421}" dt="2026-01-06T03:59:32.160" v="118" actId="1076"/>
          <ac:spMkLst>
            <pc:docMk/>
            <pc:sldMk cId="2855883343" sldId="273"/>
            <ac:spMk id="35" creationId="{DCFFC3D6-F343-4EBF-43C5-F6F2AC81B771}"/>
          </ac:spMkLst>
        </pc:spChg>
        <pc:spChg chg="mod">
          <ac:chgData name="Guest User" userId="S::urn:spo:tenantanon#44e3cf94-19c9-4e32-96c3-14f5bf01391a::" providerId="AD" clId="Web-{8BEF0329-AB9B-0DDE-A033-D451589C2421}" dt="2026-01-06T03:59:32.176" v="119" actId="1076"/>
          <ac:spMkLst>
            <pc:docMk/>
            <pc:sldMk cId="2855883343" sldId="273"/>
            <ac:spMk id="39" creationId="{71767140-640A-EFEC-8F43-61FC490C6B91}"/>
          </ac:spMkLst>
        </pc:spChg>
        <pc:spChg chg="mod">
          <ac:chgData name="Guest User" userId="S::urn:spo:tenantanon#44e3cf94-19c9-4e32-96c3-14f5bf01391a::" providerId="AD" clId="Web-{8BEF0329-AB9B-0DDE-A033-D451589C2421}" dt="2026-01-06T03:59:32.191" v="120" actId="1076"/>
          <ac:spMkLst>
            <pc:docMk/>
            <pc:sldMk cId="2855883343" sldId="273"/>
            <ac:spMk id="42" creationId="{0CFC79B3-4D1D-4B8C-7D4E-AD256DEC36A6}"/>
          </ac:spMkLst>
        </pc:spChg>
      </pc:sldChg>
      <pc:sldChg chg="addSp modSp">
        <pc:chgData name="Guest User" userId="S::urn:spo:tenantanon#44e3cf94-19c9-4e32-96c3-14f5bf01391a::" providerId="AD" clId="Web-{8BEF0329-AB9B-0DDE-A033-D451589C2421}" dt="2026-01-06T04:39:05.251" v="365" actId="1076"/>
        <pc:sldMkLst>
          <pc:docMk/>
          <pc:sldMk cId="494855285" sldId="275"/>
        </pc:sldMkLst>
        <pc:spChg chg="mod">
          <ac:chgData name="Guest User" userId="S::urn:spo:tenantanon#44e3cf94-19c9-4e32-96c3-14f5bf01391a::" providerId="AD" clId="Web-{8BEF0329-AB9B-0DDE-A033-D451589C2421}" dt="2026-01-06T04:39:05.251" v="365" actId="1076"/>
          <ac:spMkLst>
            <pc:docMk/>
            <pc:sldMk cId="494855285" sldId="275"/>
            <ac:spMk id="6" creationId="{4E6EE268-1486-980D-09C1-0F562BD56E36}"/>
          </ac:spMkLst>
        </pc:spChg>
        <pc:picChg chg="add mod">
          <ac:chgData name="Guest User" userId="S::urn:spo:tenantanon#44e3cf94-19c9-4e32-96c3-14f5bf01391a::" providerId="AD" clId="Web-{8BEF0329-AB9B-0DDE-A033-D451589C2421}" dt="2026-01-06T04:38:15.266" v="350" actId="1076"/>
          <ac:picMkLst>
            <pc:docMk/>
            <pc:sldMk cId="494855285" sldId="275"/>
            <ac:picMk id="4" creationId="{5F316AE0-3595-D93B-0210-634ACC949579}"/>
          </ac:picMkLst>
        </pc:picChg>
      </pc:sldChg>
      <pc:sldChg chg="modSp">
        <pc:chgData name="Guest User" userId="S::urn:spo:tenantanon#44e3cf94-19c9-4e32-96c3-14f5bf01391a::" providerId="AD" clId="Web-{8BEF0329-AB9B-0DDE-A033-D451589C2421}" dt="2026-01-06T04:25:35.948" v="227" actId="20577"/>
        <pc:sldMkLst>
          <pc:docMk/>
          <pc:sldMk cId="2269086600" sldId="290"/>
        </pc:sldMkLst>
        <pc:spChg chg="mod">
          <ac:chgData name="Guest User" userId="S::urn:spo:tenantanon#44e3cf94-19c9-4e32-96c3-14f5bf01391a::" providerId="AD" clId="Web-{8BEF0329-AB9B-0DDE-A033-D451589C2421}" dt="2026-01-06T04:25:35.948" v="227" actId="20577"/>
          <ac:spMkLst>
            <pc:docMk/>
            <pc:sldMk cId="2269086600" sldId="290"/>
            <ac:spMk id="5" creationId="{4255B12E-6812-428F-5BB2-36E7662E405B}"/>
          </ac:spMkLst>
        </pc:spChg>
      </pc:sldChg>
    </pc:docChg>
  </pc:docChgLst>
  <pc:docChgLst>
    <pc:chgData name="Guest User" userId="S::urn:spo:tenantanon#44e3cf94-19c9-4e32-96c3-14f5bf01391a::" providerId="AD" clId="Web-{F74C93D4-EB61-20AF-FC7D-58B859656FF9}"/>
    <pc:docChg chg="modSld">
      <pc:chgData name="Guest User" userId="S::urn:spo:tenantanon#44e3cf94-19c9-4e32-96c3-14f5bf01391a::" providerId="AD" clId="Web-{F74C93D4-EB61-20AF-FC7D-58B859656FF9}" dt="2026-01-06T06:46:15.614" v="9" actId="20577"/>
      <pc:docMkLst>
        <pc:docMk/>
      </pc:docMkLst>
      <pc:sldChg chg="modSp">
        <pc:chgData name="Guest User" userId="S::urn:spo:tenantanon#44e3cf94-19c9-4e32-96c3-14f5bf01391a::" providerId="AD" clId="Web-{F74C93D4-EB61-20AF-FC7D-58B859656FF9}" dt="2026-01-06T06:46:15.614" v="9" actId="20577"/>
        <pc:sldMkLst>
          <pc:docMk/>
          <pc:sldMk cId="2855883343" sldId="273"/>
        </pc:sldMkLst>
        <pc:spChg chg="mod">
          <ac:chgData name="Guest User" userId="S::urn:spo:tenantanon#44e3cf94-19c9-4e32-96c3-14f5bf01391a::" providerId="AD" clId="Web-{F74C93D4-EB61-20AF-FC7D-58B859656FF9}" dt="2026-01-06T06:46:15.614" v="9" actId="20577"/>
          <ac:spMkLst>
            <pc:docMk/>
            <pc:sldMk cId="2855883343" sldId="273"/>
            <ac:spMk id="28" creationId="{8189A7D4-24DF-F7F7-15EE-632D64EF9D2A}"/>
          </ac:spMkLst>
        </pc:spChg>
      </pc:sldChg>
    </pc:docChg>
  </pc:docChgLst>
  <pc:docChgLst>
    <pc:chgData name="Guest User" userId="S::urn:spo:tenantanon#44e3cf94-19c9-4e32-96c3-14f5bf01391a::" providerId="AD" clId="Web-{AA32E9FB-D3B2-7864-A00C-22B04C82015B}"/>
    <pc:docChg chg="addSld delSld modSld">
      <pc:chgData name="Guest User" userId="S::urn:spo:tenantanon#44e3cf94-19c9-4e32-96c3-14f5bf01391a::" providerId="AD" clId="Web-{AA32E9FB-D3B2-7864-A00C-22B04C82015B}" dt="2026-01-06T04:15:23.627" v="731"/>
      <pc:docMkLst>
        <pc:docMk/>
      </pc:docMkLst>
      <pc:sldChg chg="addSp delSp modSp">
        <pc:chgData name="Guest User" userId="S::urn:spo:tenantanon#44e3cf94-19c9-4e32-96c3-14f5bf01391a::" providerId="AD" clId="Web-{AA32E9FB-D3B2-7864-A00C-22B04C82015B}" dt="2026-01-06T04:08:53.656" v="588" actId="1076"/>
        <pc:sldMkLst>
          <pc:docMk/>
          <pc:sldMk cId="1930166801" sldId="278"/>
        </pc:sldMkLst>
        <pc:spChg chg="del">
          <ac:chgData name="Guest User" userId="S::urn:spo:tenantanon#44e3cf94-19c9-4e32-96c3-14f5bf01391a::" providerId="AD" clId="Web-{AA32E9FB-D3B2-7864-A00C-22B04C82015B}" dt="2026-01-06T03:35:55.652" v="377"/>
          <ac:spMkLst>
            <pc:docMk/>
            <pc:sldMk cId="1930166801" sldId="278"/>
            <ac:spMk id="4" creationId="{ED72B869-EF1B-3EDD-B9C4-26D4B0423A61}"/>
          </ac:spMkLst>
        </pc:spChg>
        <pc:spChg chg="del">
          <ac:chgData name="Guest User" userId="S::urn:spo:tenantanon#44e3cf94-19c9-4e32-96c3-14f5bf01391a::" providerId="AD" clId="Web-{AA32E9FB-D3B2-7864-A00C-22B04C82015B}" dt="2026-01-06T03:35:55.495" v="376"/>
          <ac:spMkLst>
            <pc:docMk/>
            <pc:sldMk cId="1930166801" sldId="278"/>
            <ac:spMk id="5" creationId="{30D8449C-18BE-30F2-C4F6-63A242ED5D7B}"/>
          </ac:spMkLst>
        </pc:spChg>
        <pc:spChg chg="mod">
          <ac:chgData name="Guest User" userId="S::urn:spo:tenantanon#44e3cf94-19c9-4e32-96c3-14f5bf01391a::" providerId="AD" clId="Web-{AA32E9FB-D3B2-7864-A00C-22B04C82015B}" dt="2026-01-06T04:08:47.375" v="587" actId="20577"/>
          <ac:spMkLst>
            <pc:docMk/>
            <pc:sldMk cId="1930166801" sldId="278"/>
            <ac:spMk id="6" creationId="{2FCD03F8-B790-1371-AEAC-F383B79DE0D7}"/>
          </ac:spMkLst>
        </pc:spChg>
        <pc:spChg chg="add del">
          <ac:chgData name="Guest User" userId="S::urn:spo:tenantanon#44e3cf94-19c9-4e32-96c3-14f5bf01391a::" providerId="AD" clId="Web-{AA32E9FB-D3B2-7864-A00C-22B04C82015B}" dt="2026-01-06T03:29:59.837" v="318"/>
          <ac:spMkLst>
            <pc:docMk/>
            <pc:sldMk cId="1930166801" sldId="278"/>
            <ac:spMk id="7" creationId="{A1E0DA84-2237-2C95-5E76-309FBE1C2F8A}"/>
          </ac:spMkLst>
        </pc:spChg>
        <pc:spChg chg="del">
          <ac:chgData name="Guest User" userId="S::urn:spo:tenantanon#44e3cf94-19c9-4e32-96c3-14f5bf01391a::" providerId="AD" clId="Web-{AA32E9FB-D3B2-7864-A00C-22B04C82015B}" dt="2026-01-06T02:26:17.719" v="89"/>
          <ac:spMkLst>
            <pc:docMk/>
            <pc:sldMk cId="1930166801" sldId="278"/>
            <ac:spMk id="7" creationId="{D5A2FE30-19DF-2339-F5E6-6E91BE1C4322}"/>
          </ac:spMkLst>
        </pc:spChg>
        <pc:spChg chg="del">
          <ac:chgData name="Guest User" userId="S::urn:spo:tenantanon#44e3cf94-19c9-4e32-96c3-14f5bf01391a::" providerId="AD" clId="Web-{AA32E9FB-D3B2-7864-A00C-22B04C82015B}" dt="2026-01-06T02:26:17.173" v="88"/>
          <ac:spMkLst>
            <pc:docMk/>
            <pc:sldMk cId="1930166801" sldId="278"/>
            <ac:spMk id="8" creationId="{57247376-DEB9-6F2A-8DC8-8F052DB65ADD}"/>
          </ac:spMkLst>
        </pc:spChg>
        <pc:spChg chg="add del">
          <ac:chgData name="Guest User" userId="S::urn:spo:tenantanon#44e3cf94-19c9-4e32-96c3-14f5bf01391a::" providerId="AD" clId="Web-{AA32E9FB-D3B2-7864-A00C-22B04C82015B}" dt="2026-01-06T03:30:09.728" v="320"/>
          <ac:spMkLst>
            <pc:docMk/>
            <pc:sldMk cId="1930166801" sldId="278"/>
            <ac:spMk id="8" creationId="{EC0F7768-0C6F-0719-552F-FB5E68FF1A3C}"/>
          </ac:spMkLst>
        </pc:spChg>
        <pc:spChg chg="del mod">
          <ac:chgData name="Guest User" userId="S::urn:spo:tenantanon#44e3cf94-19c9-4e32-96c3-14f5bf01391a::" providerId="AD" clId="Web-{AA32E9FB-D3B2-7864-A00C-22B04C82015B}" dt="2026-01-06T02:26:15.204" v="87"/>
          <ac:spMkLst>
            <pc:docMk/>
            <pc:sldMk cId="1930166801" sldId="278"/>
            <ac:spMk id="9" creationId="{74E604B7-1DCF-9BC9-7850-23F311232C21}"/>
          </ac:spMkLst>
        </pc:spChg>
        <pc:spChg chg="del">
          <ac:chgData name="Guest User" userId="S::urn:spo:tenantanon#44e3cf94-19c9-4e32-96c3-14f5bf01391a::" providerId="AD" clId="Web-{AA32E9FB-D3B2-7864-A00C-22B04C82015B}" dt="2026-01-06T03:35:59.730" v="378"/>
          <ac:spMkLst>
            <pc:docMk/>
            <pc:sldMk cId="1930166801" sldId="278"/>
            <ac:spMk id="10" creationId="{F97D443C-193E-AD72-9684-9C61B1E02AB6}"/>
          </ac:spMkLst>
        </pc:spChg>
        <pc:spChg chg="del">
          <ac:chgData name="Guest User" userId="S::urn:spo:tenantanon#44e3cf94-19c9-4e32-96c3-14f5bf01391a::" providerId="AD" clId="Web-{AA32E9FB-D3B2-7864-A00C-22B04C82015B}" dt="2026-01-06T03:35:59.761" v="379"/>
          <ac:spMkLst>
            <pc:docMk/>
            <pc:sldMk cId="1930166801" sldId="278"/>
            <ac:spMk id="11" creationId="{03CA7C16-8D17-C429-1447-3BF631C1E13C}"/>
          </ac:spMkLst>
        </pc:spChg>
        <pc:spChg chg="del">
          <ac:chgData name="Guest User" userId="S::urn:spo:tenantanon#44e3cf94-19c9-4e32-96c3-14f5bf01391a::" providerId="AD" clId="Web-{AA32E9FB-D3B2-7864-A00C-22B04C82015B}" dt="2026-01-06T03:36:02.464" v="381"/>
          <ac:spMkLst>
            <pc:docMk/>
            <pc:sldMk cId="1930166801" sldId="278"/>
            <ac:spMk id="12" creationId="{C6A4532C-E7CB-514E-F186-B4FCAFBE5C5A}"/>
          </ac:spMkLst>
        </pc:spChg>
        <pc:spChg chg="del">
          <ac:chgData name="Guest User" userId="S::urn:spo:tenantanon#44e3cf94-19c9-4e32-96c3-14f5bf01391a::" providerId="AD" clId="Web-{AA32E9FB-D3B2-7864-A00C-22B04C82015B}" dt="2026-01-06T03:36:01.745" v="380"/>
          <ac:spMkLst>
            <pc:docMk/>
            <pc:sldMk cId="1930166801" sldId="278"/>
            <ac:spMk id="13" creationId="{E67E8F15-EB79-75CC-5F57-DDC9616F1838}"/>
          </ac:spMkLst>
        </pc:spChg>
        <pc:spChg chg="del">
          <ac:chgData name="Guest User" userId="S::urn:spo:tenantanon#44e3cf94-19c9-4e32-96c3-14f5bf01391a::" providerId="AD" clId="Web-{AA32E9FB-D3B2-7864-A00C-22B04C82015B}" dt="2026-01-06T03:36:05.949" v="383"/>
          <ac:spMkLst>
            <pc:docMk/>
            <pc:sldMk cId="1930166801" sldId="278"/>
            <ac:spMk id="14" creationId="{EE3C8D2A-5DF3-1D7F-916F-FBEDFCDD7DE3}"/>
          </ac:spMkLst>
        </pc:spChg>
        <pc:spChg chg="del">
          <ac:chgData name="Guest User" userId="S::urn:spo:tenantanon#44e3cf94-19c9-4e32-96c3-14f5bf01391a::" providerId="AD" clId="Web-{AA32E9FB-D3B2-7864-A00C-22B04C82015B}" dt="2026-01-06T03:36:03.605" v="382"/>
          <ac:spMkLst>
            <pc:docMk/>
            <pc:sldMk cId="1930166801" sldId="278"/>
            <ac:spMk id="15" creationId="{8D0FD061-5229-F904-F370-EA0AF9A270BC}"/>
          </ac:spMkLst>
        </pc:spChg>
        <pc:spChg chg="del">
          <ac:chgData name="Guest User" userId="S::urn:spo:tenantanon#44e3cf94-19c9-4e32-96c3-14f5bf01391a::" providerId="AD" clId="Web-{AA32E9FB-D3B2-7864-A00C-22B04C82015B}" dt="2026-01-06T03:36:05.996" v="384"/>
          <ac:spMkLst>
            <pc:docMk/>
            <pc:sldMk cId="1930166801" sldId="278"/>
            <ac:spMk id="16" creationId="{2EB958F0-76D6-DBFA-E8C5-AD8D9DBC4B40}"/>
          </ac:spMkLst>
        </pc:spChg>
        <pc:spChg chg="del mod">
          <ac:chgData name="Guest User" userId="S::urn:spo:tenantanon#44e3cf94-19c9-4e32-96c3-14f5bf01391a::" providerId="AD" clId="Web-{AA32E9FB-D3B2-7864-A00C-22B04C82015B}" dt="2026-01-06T03:36:13.105" v="387"/>
          <ac:spMkLst>
            <pc:docMk/>
            <pc:sldMk cId="1930166801" sldId="278"/>
            <ac:spMk id="17" creationId="{7B26E352-7D24-68E9-8C00-1317D402430E}"/>
          </ac:spMkLst>
        </pc:spChg>
        <pc:spChg chg="add mod">
          <ac:chgData name="Guest User" userId="S::urn:spo:tenantanon#44e3cf94-19c9-4e32-96c3-14f5bf01391a::" providerId="AD" clId="Web-{AA32E9FB-D3B2-7864-A00C-22B04C82015B}" dt="2026-01-06T04:08:53.656" v="588" actId="1076"/>
          <ac:spMkLst>
            <pc:docMk/>
            <pc:sldMk cId="1930166801" sldId="278"/>
            <ac:spMk id="22" creationId="{3168B5A2-051F-155A-0A04-3DB923551F95}"/>
          </ac:spMkLst>
        </pc:spChg>
        <pc:grpChg chg="add mod">
          <ac:chgData name="Guest User" userId="S::urn:spo:tenantanon#44e3cf94-19c9-4e32-96c3-14f5bf01391a::" providerId="AD" clId="Web-{AA32E9FB-D3B2-7864-A00C-22B04C82015B}" dt="2026-01-06T03:36:17.808" v="388" actId="1076"/>
          <ac:grpSpMkLst>
            <pc:docMk/>
            <pc:sldMk cId="1930166801" sldId="278"/>
            <ac:grpSpMk id="29" creationId="{1D6507C9-01A4-693E-258B-0DEB6F4BE450}"/>
          </ac:grpSpMkLst>
        </pc:grpChg>
      </pc:sldChg>
      <pc:sldChg chg="del">
        <pc:chgData name="Guest User" userId="S::urn:spo:tenantanon#44e3cf94-19c9-4e32-96c3-14f5bf01391a::" providerId="AD" clId="Web-{AA32E9FB-D3B2-7864-A00C-22B04C82015B}" dt="2026-01-06T03:26:10.645" v="313"/>
        <pc:sldMkLst>
          <pc:docMk/>
          <pc:sldMk cId="2283516891" sldId="280"/>
        </pc:sldMkLst>
      </pc:sldChg>
      <pc:sldChg chg="del">
        <pc:chgData name="Guest User" userId="S::urn:spo:tenantanon#44e3cf94-19c9-4e32-96c3-14f5bf01391a::" providerId="AD" clId="Web-{AA32E9FB-D3B2-7864-A00C-22B04C82015B}" dt="2026-01-06T03:25:56.050" v="312"/>
        <pc:sldMkLst>
          <pc:docMk/>
          <pc:sldMk cId="2518622002" sldId="281"/>
        </pc:sldMkLst>
      </pc:sldChg>
      <pc:sldChg chg="del">
        <pc:chgData name="Guest User" userId="S::urn:spo:tenantanon#44e3cf94-19c9-4e32-96c3-14f5bf01391a::" providerId="AD" clId="Web-{AA32E9FB-D3B2-7864-A00C-22B04C82015B}" dt="2026-01-06T03:25:52.690" v="311"/>
        <pc:sldMkLst>
          <pc:docMk/>
          <pc:sldMk cId="2053428743" sldId="282"/>
        </pc:sldMkLst>
      </pc:sldChg>
      <pc:sldChg chg="addSp">
        <pc:chgData name="Guest User" userId="S::urn:spo:tenantanon#44e3cf94-19c9-4e32-96c3-14f5bf01391a::" providerId="AD" clId="Web-{AA32E9FB-D3B2-7864-A00C-22B04C82015B}" dt="2026-01-06T03:34:56.494" v="363"/>
        <pc:sldMkLst>
          <pc:docMk/>
          <pc:sldMk cId="1374582881" sldId="284"/>
        </pc:sldMkLst>
        <pc:grpChg chg="add">
          <ac:chgData name="Guest User" userId="S::urn:spo:tenantanon#44e3cf94-19c9-4e32-96c3-14f5bf01391a::" providerId="AD" clId="Web-{AA32E9FB-D3B2-7864-A00C-22B04C82015B}" dt="2026-01-06T03:34:56.494" v="363"/>
          <ac:grpSpMkLst>
            <pc:docMk/>
            <pc:sldMk cId="1374582881" sldId="284"/>
            <ac:grpSpMk id="42" creationId="{AFF9D3DF-38EF-A0B3-3703-CC3249F8FF86}"/>
          </ac:grpSpMkLst>
        </pc:grpChg>
      </pc:sldChg>
      <pc:sldChg chg="addSp">
        <pc:chgData name="Guest User" userId="S::urn:spo:tenantanon#44e3cf94-19c9-4e32-96c3-14f5bf01391a::" providerId="AD" clId="Web-{AA32E9FB-D3B2-7864-A00C-22B04C82015B}" dt="2026-01-06T03:34:52.759" v="362"/>
        <pc:sldMkLst>
          <pc:docMk/>
          <pc:sldMk cId="3639506556" sldId="285"/>
        </pc:sldMkLst>
        <pc:grpChg chg="add">
          <ac:chgData name="Guest User" userId="S::urn:spo:tenantanon#44e3cf94-19c9-4e32-96c3-14f5bf01391a::" providerId="AD" clId="Web-{AA32E9FB-D3B2-7864-A00C-22B04C82015B}" dt="2026-01-06T03:34:52.759" v="362"/>
          <ac:grpSpMkLst>
            <pc:docMk/>
            <pc:sldMk cId="3639506556" sldId="285"/>
            <ac:grpSpMk id="19" creationId="{1098DB2E-86EF-D328-40EA-9D452EA51483}"/>
          </ac:grpSpMkLst>
        </pc:grpChg>
      </pc:sldChg>
      <pc:sldChg chg="delSp del">
        <pc:chgData name="Guest User" userId="S::urn:spo:tenantanon#44e3cf94-19c9-4e32-96c3-14f5bf01391a::" providerId="AD" clId="Web-{AA32E9FB-D3B2-7864-A00C-22B04C82015B}" dt="2026-01-06T03:27:00.085" v="316"/>
        <pc:sldMkLst>
          <pc:docMk/>
          <pc:sldMk cId="3043900920" sldId="286"/>
        </pc:sldMkLst>
        <pc:spChg chg="del">
          <ac:chgData name="Guest User" userId="S::urn:spo:tenantanon#44e3cf94-19c9-4e32-96c3-14f5bf01391a::" providerId="AD" clId="Web-{AA32E9FB-D3B2-7864-A00C-22B04C82015B}" dt="2026-01-06T03:26:35.053" v="314"/>
          <ac:spMkLst>
            <pc:docMk/>
            <pc:sldMk cId="3043900920" sldId="286"/>
            <ac:spMk id="6" creationId="{82FB6B19-91F4-A145-E9D8-971D0E0BACC8}"/>
          </ac:spMkLst>
        </pc:spChg>
        <pc:picChg chg="del">
          <ac:chgData name="Guest User" userId="S::urn:spo:tenantanon#44e3cf94-19c9-4e32-96c3-14f5bf01391a::" providerId="AD" clId="Web-{AA32E9FB-D3B2-7864-A00C-22B04C82015B}" dt="2026-01-06T03:26:37.678" v="315"/>
          <ac:picMkLst>
            <pc:docMk/>
            <pc:sldMk cId="3043900920" sldId="286"/>
            <ac:picMk id="10" creationId="{DF9013AE-BA1F-0340-FF78-A7FDC9770A69}"/>
          </ac:picMkLst>
        </pc:picChg>
      </pc:sldChg>
      <pc:sldChg chg="modSp">
        <pc:chgData name="Guest User" userId="S::urn:spo:tenantanon#44e3cf94-19c9-4e32-96c3-14f5bf01391a::" providerId="AD" clId="Web-{AA32E9FB-D3B2-7864-A00C-22B04C82015B}" dt="2026-01-06T02:43:55.540" v="99"/>
        <pc:sldMkLst>
          <pc:docMk/>
          <pc:sldMk cId="3207891637" sldId="301"/>
        </pc:sldMkLst>
        <pc:picChg chg="mod">
          <ac:chgData name="Guest User" userId="S::urn:spo:tenantanon#44e3cf94-19c9-4e32-96c3-14f5bf01391a::" providerId="AD" clId="Web-{AA32E9FB-D3B2-7864-A00C-22B04C82015B}" dt="2026-01-06T02:43:55.540" v="99"/>
          <ac:picMkLst>
            <pc:docMk/>
            <pc:sldMk cId="3207891637" sldId="301"/>
            <ac:picMk id="31" creationId="{F934FD5A-A969-3323-45ED-67A020C72854}"/>
          </ac:picMkLst>
        </pc:picChg>
      </pc:sldChg>
      <pc:sldChg chg="del">
        <pc:chgData name="Guest User" userId="S::urn:spo:tenantanon#44e3cf94-19c9-4e32-96c3-14f5bf01391a::" providerId="AD" clId="Web-{AA32E9FB-D3B2-7864-A00C-22B04C82015B}" dt="2026-01-06T02:22:32.679" v="85"/>
        <pc:sldMkLst>
          <pc:docMk/>
          <pc:sldMk cId="2953245918" sldId="302"/>
        </pc:sldMkLst>
      </pc:sldChg>
      <pc:sldChg chg="addSp modSp">
        <pc:chgData name="Guest User" userId="S::urn:spo:tenantanon#44e3cf94-19c9-4e32-96c3-14f5bf01391a::" providerId="AD" clId="Web-{AA32E9FB-D3B2-7864-A00C-22B04C82015B}" dt="2026-01-06T03:36:49.574" v="392" actId="20577"/>
        <pc:sldMkLst>
          <pc:docMk/>
          <pc:sldMk cId="2248049284" sldId="309"/>
        </pc:sldMkLst>
        <pc:spChg chg="add mod">
          <ac:chgData name="Guest User" userId="S::urn:spo:tenantanon#44e3cf94-19c9-4e32-96c3-14f5bf01391a::" providerId="AD" clId="Web-{AA32E9FB-D3B2-7864-A00C-22B04C82015B}" dt="2026-01-06T02:20:25.640" v="65" actId="14100"/>
          <ac:spMkLst>
            <pc:docMk/>
            <pc:sldMk cId="2248049284" sldId="309"/>
            <ac:spMk id="4" creationId="{BE63D1DA-A63F-57A9-1228-BC7FD759506B}"/>
          </ac:spMkLst>
        </pc:spChg>
        <pc:spChg chg="add mod">
          <ac:chgData name="Guest User" userId="S::urn:spo:tenantanon#44e3cf94-19c9-4e32-96c3-14f5bf01391a::" providerId="AD" clId="Web-{AA32E9FB-D3B2-7864-A00C-22B04C82015B}" dt="2026-01-06T02:21:39.317" v="82" actId="20577"/>
          <ac:spMkLst>
            <pc:docMk/>
            <pc:sldMk cId="2248049284" sldId="309"/>
            <ac:spMk id="5" creationId="{DDD1D263-442E-39C5-A9C4-B62DD56E2F97}"/>
          </ac:spMkLst>
        </pc:spChg>
        <pc:spChg chg="mod">
          <ac:chgData name="Guest User" userId="S::urn:spo:tenantanon#44e3cf94-19c9-4e32-96c3-14f5bf01391a::" providerId="AD" clId="Web-{AA32E9FB-D3B2-7864-A00C-22B04C82015B}" dt="2026-01-06T03:36:49.574" v="392" actId="20577"/>
          <ac:spMkLst>
            <pc:docMk/>
            <pc:sldMk cId="2248049284" sldId="309"/>
            <ac:spMk id="11" creationId="{6CFF797C-190F-E68B-137F-64467D95C115}"/>
          </ac:spMkLst>
        </pc:spChg>
        <pc:spChg chg="add mod">
          <ac:chgData name="Guest User" userId="S::urn:spo:tenantanon#44e3cf94-19c9-4e32-96c3-14f5bf01391a::" providerId="AD" clId="Web-{AA32E9FB-D3B2-7864-A00C-22B04C82015B}" dt="2026-01-06T02:22:05.647" v="84" actId="20577"/>
          <ac:spMkLst>
            <pc:docMk/>
            <pc:sldMk cId="2248049284" sldId="309"/>
            <ac:spMk id="19" creationId="{4C1284F0-92FE-DA7C-72D9-A0A7026714BA}"/>
          </ac:spMkLst>
        </pc:spChg>
        <pc:spChg chg="mod">
          <ac:chgData name="Guest User" userId="S::urn:spo:tenantanon#44e3cf94-19c9-4e32-96c3-14f5bf01391a::" providerId="AD" clId="Web-{AA32E9FB-D3B2-7864-A00C-22B04C82015B}" dt="2026-01-06T02:20:05.825" v="56" actId="1076"/>
          <ac:spMkLst>
            <pc:docMk/>
            <pc:sldMk cId="2248049284" sldId="309"/>
            <ac:spMk id="35" creationId="{B00D7D54-5633-BAB6-A1E2-644D45E761B7}"/>
          </ac:spMkLst>
        </pc:spChg>
        <pc:grpChg chg="add">
          <ac:chgData name="Guest User" userId="S::urn:spo:tenantanon#44e3cf94-19c9-4e32-96c3-14f5bf01391a::" providerId="AD" clId="Web-{AA32E9FB-D3B2-7864-A00C-22B04C82015B}" dt="2026-01-06T03:34:28.181" v="360"/>
          <ac:grpSpMkLst>
            <pc:docMk/>
            <pc:sldMk cId="2248049284" sldId="309"/>
            <ac:grpSpMk id="34" creationId="{48F0CE56-0B30-5F38-32EC-F6FE6DCE117D}"/>
          </ac:grpSpMkLst>
        </pc:grpChg>
      </pc:sldChg>
      <pc:sldChg chg="addSp delSp modSp add replId">
        <pc:chgData name="Guest User" userId="S::urn:spo:tenantanon#44e3cf94-19c9-4e32-96c3-14f5bf01391a::" providerId="AD" clId="Web-{AA32E9FB-D3B2-7864-A00C-22B04C82015B}" dt="2026-01-06T03:36:23.371" v="389" actId="1076"/>
        <pc:sldMkLst>
          <pc:docMk/>
          <pc:sldMk cId="212406100" sldId="310"/>
        </pc:sldMkLst>
        <pc:spChg chg="del">
          <ac:chgData name="Guest User" userId="S::urn:spo:tenantanon#44e3cf94-19c9-4e32-96c3-14f5bf01391a::" providerId="AD" clId="Web-{AA32E9FB-D3B2-7864-A00C-22B04C82015B}" dt="2026-01-06T03:35:11.103" v="366"/>
          <ac:spMkLst>
            <pc:docMk/>
            <pc:sldMk cId="212406100" sldId="310"/>
            <ac:spMk id="4" creationId="{4EB9DD95-E807-1A08-74AB-85A2F701C6F6}"/>
          </ac:spMkLst>
        </pc:spChg>
        <pc:spChg chg="del mod">
          <ac:chgData name="Guest User" userId="S::urn:spo:tenantanon#44e3cf94-19c9-4e32-96c3-14f5bf01391a::" providerId="AD" clId="Web-{AA32E9FB-D3B2-7864-A00C-22B04C82015B}" dt="2026-01-06T03:35:10.979" v="365"/>
          <ac:spMkLst>
            <pc:docMk/>
            <pc:sldMk cId="212406100" sldId="310"/>
            <ac:spMk id="5" creationId="{2B96F348-1835-EB74-8BBF-73C3429B9098}"/>
          </ac:spMkLst>
        </pc:spChg>
        <pc:spChg chg="mod">
          <ac:chgData name="Guest User" userId="S::urn:spo:tenantanon#44e3cf94-19c9-4e32-96c3-14f5bf01391a::" providerId="AD" clId="Web-{AA32E9FB-D3B2-7864-A00C-22B04C82015B}" dt="2026-01-06T02:18:43.848" v="47" actId="20577"/>
          <ac:spMkLst>
            <pc:docMk/>
            <pc:sldMk cId="212406100" sldId="310"/>
            <ac:spMk id="6" creationId="{1ED848DE-C718-C0FB-BD29-B4AE498605C3}"/>
          </ac:spMkLst>
        </pc:spChg>
        <pc:spChg chg="mod">
          <ac:chgData name="Guest User" userId="S::urn:spo:tenantanon#44e3cf94-19c9-4e32-96c3-14f5bf01391a::" providerId="AD" clId="Web-{AA32E9FB-D3B2-7864-A00C-22B04C82015B}" dt="2026-01-06T02:32:03.085" v="95" actId="20577"/>
          <ac:spMkLst>
            <pc:docMk/>
            <pc:sldMk cId="212406100" sldId="310"/>
            <ac:spMk id="7" creationId="{6BB61698-3AFF-1F94-E34C-00C2A7682AC5}"/>
          </ac:spMkLst>
        </pc:spChg>
        <pc:spChg chg="del mod">
          <ac:chgData name="Guest User" userId="S::urn:spo:tenantanon#44e3cf94-19c9-4e32-96c3-14f5bf01391a::" providerId="AD" clId="Web-{AA32E9FB-D3B2-7864-A00C-22B04C82015B}" dt="2026-01-06T02:15:32.130" v="2"/>
          <ac:spMkLst>
            <pc:docMk/>
            <pc:sldMk cId="212406100" sldId="310"/>
            <ac:spMk id="8" creationId="{B3694EC3-ABE2-0169-8F6D-D5EE784F02CB}"/>
          </ac:spMkLst>
        </pc:spChg>
        <pc:spChg chg="del">
          <ac:chgData name="Guest User" userId="S::urn:spo:tenantanon#44e3cf94-19c9-4e32-96c3-14f5bf01391a::" providerId="AD" clId="Web-{AA32E9FB-D3B2-7864-A00C-22B04C82015B}" dt="2026-01-06T02:15:38.536" v="3"/>
          <ac:spMkLst>
            <pc:docMk/>
            <pc:sldMk cId="212406100" sldId="310"/>
            <ac:spMk id="9" creationId="{CA51C1AF-EDA9-AB3E-4E19-FF1BDBE58EBF}"/>
          </ac:spMkLst>
        </pc:spChg>
        <pc:spChg chg="del">
          <ac:chgData name="Guest User" userId="S::urn:spo:tenantanon#44e3cf94-19c9-4e32-96c3-14f5bf01391a::" providerId="AD" clId="Web-{AA32E9FB-D3B2-7864-A00C-22B04C82015B}" dt="2026-01-06T03:33:29.337" v="350"/>
          <ac:spMkLst>
            <pc:docMk/>
            <pc:sldMk cId="212406100" sldId="310"/>
            <ac:spMk id="10" creationId="{2D51BE8F-D8D3-2F4B-BE71-A71F2407EDF0}"/>
          </ac:spMkLst>
        </pc:spChg>
        <pc:spChg chg="del">
          <ac:chgData name="Guest User" userId="S::urn:spo:tenantanon#44e3cf94-19c9-4e32-96c3-14f5bf01391a::" providerId="AD" clId="Web-{AA32E9FB-D3B2-7864-A00C-22B04C82015B}" dt="2026-01-06T03:33:28.525" v="349"/>
          <ac:spMkLst>
            <pc:docMk/>
            <pc:sldMk cId="212406100" sldId="310"/>
            <ac:spMk id="11" creationId="{5F67456F-DCFE-658E-8049-C1B7BC0EB8FD}"/>
          </ac:spMkLst>
        </pc:spChg>
        <pc:spChg chg="del">
          <ac:chgData name="Guest User" userId="S::urn:spo:tenantanon#44e3cf94-19c9-4e32-96c3-14f5bf01391a::" providerId="AD" clId="Web-{AA32E9FB-D3B2-7864-A00C-22B04C82015B}" dt="2026-01-06T03:33:32.447" v="352"/>
          <ac:spMkLst>
            <pc:docMk/>
            <pc:sldMk cId="212406100" sldId="310"/>
            <ac:spMk id="12" creationId="{2620C3E0-3DBD-84F6-5F50-641952E20D18}"/>
          </ac:spMkLst>
        </pc:spChg>
        <pc:spChg chg="del">
          <ac:chgData name="Guest User" userId="S::urn:spo:tenantanon#44e3cf94-19c9-4e32-96c3-14f5bf01391a::" providerId="AD" clId="Web-{AA32E9FB-D3B2-7864-A00C-22B04C82015B}" dt="2026-01-06T03:33:31.494" v="351"/>
          <ac:spMkLst>
            <pc:docMk/>
            <pc:sldMk cId="212406100" sldId="310"/>
            <ac:spMk id="13" creationId="{B121B015-9D20-A51A-A411-8D308BFBC4A0}"/>
          </ac:spMkLst>
        </pc:spChg>
        <pc:spChg chg="del">
          <ac:chgData name="Guest User" userId="S::urn:spo:tenantanon#44e3cf94-19c9-4e32-96c3-14f5bf01391a::" providerId="AD" clId="Web-{AA32E9FB-D3B2-7864-A00C-22B04C82015B}" dt="2026-01-06T03:33:33.462" v="353"/>
          <ac:spMkLst>
            <pc:docMk/>
            <pc:sldMk cId="212406100" sldId="310"/>
            <ac:spMk id="14" creationId="{84946853-1EB7-68CD-BA8E-63EBC4AC5A74}"/>
          </ac:spMkLst>
        </pc:spChg>
        <pc:spChg chg="del">
          <ac:chgData name="Guest User" userId="S::urn:spo:tenantanon#44e3cf94-19c9-4e32-96c3-14f5bf01391a::" providerId="AD" clId="Web-{AA32E9FB-D3B2-7864-A00C-22B04C82015B}" dt="2026-01-06T03:33:38.353" v="354"/>
          <ac:spMkLst>
            <pc:docMk/>
            <pc:sldMk cId="212406100" sldId="310"/>
            <ac:spMk id="15" creationId="{33299348-0CFF-8679-C351-9CAC2B3572D3}"/>
          </ac:spMkLst>
        </pc:spChg>
        <pc:spChg chg="del">
          <ac:chgData name="Guest User" userId="S::urn:spo:tenantanon#44e3cf94-19c9-4e32-96c3-14f5bf01391a::" providerId="AD" clId="Web-{AA32E9FB-D3B2-7864-A00C-22B04C82015B}" dt="2026-01-06T03:33:40.572" v="356"/>
          <ac:spMkLst>
            <pc:docMk/>
            <pc:sldMk cId="212406100" sldId="310"/>
            <ac:spMk id="16" creationId="{06720BDB-6EFC-0988-E0DB-19C57203D157}"/>
          </ac:spMkLst>
        </pc:spChg>
        <pc:spChg chg="del">
          <ac:chgData name="Guest User" userId="S::urn:spo:tenantanon#44e3cf94-19c9-4e32-96c3-14f5bf01391a::" providerId="AD" clId="Web-{AA32E9FB-D3B2-7864-A00C-22B04C82015B}" dt="2026-01-06T03:33:38.603" v="355"/>
          <ac:spMkLst>
            <pc:docMk/>
            <pc:sldMk cId="212406100" sldId="310"/>
            <ac:spMk id="17" creationId="{86BE4B9B-B34B-C750-2505-0BC4FBA93821}"/>
          </ac:spMkLst>
        </pc:spChg>
        <pc:grpChg chg="add mod">
          <ac:chgData name="Guest User" userId="S::urn:spo:tenantanon#44e3cf94-19c9-4e32-96c3-14f5bf01391a::" providerId="AD" clId="Web-{AA32E9FB-D3B2-7864-A00C-22B04C82015B}" dt="2026-01-06T03:36:23.371" v="389" actId="1076"/>
          <ac:grpSpMkLst>
            <pc:docMk/>
            <pc:sldMk cId="212406100" sldId="310"/>
            <ac:grpSpMk id="27" creationId="{13B75A40-E21F-1722-18E1-CF3294D31333}"/>
          </ac:grpSpMkLst>
        </pc:grpChg>
        <pc:picChg chg="add mod modCrop">
          <ac:chgData name="Guest User" userId="S::urn:spo:tenantanon#44e3cf94-19c9-4e32-96c3-14f5bf01391a::" providerId="AD" clId="Web-{AA32E9FB-D3B2-7864-A00C-22B04C82015B}" dt="2026-01-06T03:33:22.619" v="348" actId="1076"/>
          <ac:picMkLst>
            <pc:docMk/>
            <pc:sldMk cId="212406100" sldId="310"/>
            <ac:picMk id="8" creationId="{DFBC2983-FBDD-7839-FD42-E6C59AF43075}"/>
          </ac:picMkLst>
        </pc:picChg>
      </pc:sldChg>
      <pc:sldChg chg="addSp modSp add replId">
        <pc:chgData name="Guest User" userId="S::urn:spo:tenantanon#44e3cf94-19c9-4e32-96c3-14f5bf01391a::" providerId="AD" clId="Web-{AA32E9FB-D3B2-7864-A00C-22B04C82015B}" dt="2026-01-06T03:49:16.629" v="519" actId="1076"/>
        <pc:sldMkLst>
          <pc:docMk/>
          <pc:sldMk cId="4187577602" sldId="311"/>
        </pc:sldMkLst>
        <pc:spChg chg="mod">
          <ac:chgData name="Guest User" userId="S::urn:spo:tenantanon#44e3cf94-19c9-4e32-96c3-14f5bf01391a::" providerId="AD" clId="Web-{AA32E9FB-D3B2-7864-A00C-22B04C82015B}" dt="2026-01-06T03:17:37.102" v="232" actId="1076"/>
          <ac:spMkLst>
            <pc:docMk/>
            <pc:sldMk cId="4187577602" sldId="311"/>
            <ac:spMk id="2" creationId="{39CEF4E2-6A47-5D14-0E7D-E3ACD92CD471}"/>
          </ac:spMkLst>
        </pc:spChg>
        <pc:spChg chg="mod">
          <ac:chgData name="Guest User" userId="S::urn:spo:tenantanon#44e3cf94-19c9-4e32-96c3-14f5bf01391a::" providerId="AD" clId="Web-{AA32E9FB-D3B2-7864-A00C-22B04C82015B}" dt="2026-01-06T03:49:00.004" v="518" actId="20577"/>
          <ac:spMkLst>
            <pc:docMk/>
            <pc:sldMk cId="4187577602" sldId="311"/>
            <ac:spMk id="5" creationId="{3430872B-C262-EFA1-F03A-881556863103}"/>
          </ac:spMkLst>
        </pc:spChg>
        <pc:spChg chg="mod">
          <ac:chgData name="Guest User" userId="S::urn:spo:tenantanon#44e3cf94-19c9-4e32-96c3-14f5bf01391a::" providerId="AD" clId="Web-{AA32E9FB-D3B2-7864-A00C-22B04C82015B}" dt="2026-01-06T03:49:16.629" v="519" actId="1076"/>
          <ac:spMkLst>
            <pc:docMk/>
            <pc:sldMk cId="4187577602" sldId="311"/>
            <ac:spMk id="6" creationId="{5017BA0C-444F-EE92-61DA-DEDF20BF7503}"/>
          </ac:spMkLst>
        </pc:spChg>
        <pc:spChg chg="add mod">
          <ac:chgData name="Guest User" userId="S::urn:spo:tenantanon#44e3cf94-19c9-4e32-96c3-14f5bf01391a::" providerId="AD" clId="Web-{AA32E9FB-D3B2-7864-A00C-22B04C82015B}" dt="2026-01-06T03:42:35.375" v="475" actId="1076"/>
          <ac:spMkLst>
            <pc:docMk/>
            <pc:sldMk cId="4187577602" sldId="311"/>
            <ac:spMk id="14" creationId="{28925513-93C4-BFB1-AD7B-31EEC7F2E0FC}"/>
          </ac:spMkLst>
        </pc:spChg>
        <pc:grpChg chg="add">
          <ac:chgData name="Guest User" userId="S::urn:spo:tenantanon#44e3cf94-19c9-4e32-96c3-14f5bf01391a::" providerId="AD" clId="Web-{AA32E9FB-D3B2-7864-A00C-22B04C82015B}" dt="2026-01-06T03:34:38.759" v="361"/>
          <ac:grpSpMkLst>
            <pc:docMk/>
            <pc:sldMk cId="4187577602" sldId="311"/>
            <ac:grpSpMk id="12" creationId="{C3E9F0D3-C1B6-22A3-9201-99314F6060DF}"/>
          </ac:grpSpMkLst>
        </pc:grpChg>
        <pc:picChg chg="add mod">
          <ac:chgData name="Guest User" userId="S::urn:spo:tenantanon#44e3cf94-19c9-4e32-96c3-14f5bf01391a::" providerId="AD" clId="Web-{AA32E9FB-D3B2-7864-A00C-22B04C82015B}" dt="2026-01-06T03:13:58.659" v="126" actId="1076"/>
          <ac:picMkLst>
            <pc:docMk/>
            <pc:sldMk cId="4187577602" sldId="311"/>
            <ac:picMk id="3" creationId="{F404FE59-086F-A574-88FB-7E1392DCFA91}"/>
          </ac:picMkLst>
        </pc:picChg>
      </pc:sldChg>
      <pc:sldChg chg="addSp modSp add replId">
        <pc:chgData name="Guest User" userId="S::urn:spo:tenantanon#44e3cf94-19c9-4e32-96c3-14f5bf01391a::" providerId="AD" clId="Web-{AA32E9FB-D3B2-7864-A00C-22B04C82015B}" dt="2026-01-06T04:11:11.516" v="605" actId="20577"/>
        <pc:sldMkLst>
          <pc:docMk/>
          <pc:sldMk cId="3068974501" sldId="312"/>
        </pc:sldMkLst>
        <pc:spChg chg="mod">
          <ac:chgData name="Guest User" userId="S::urn:spo:tenantanon#44e3cf94-19c9-4e32-96c3-14f5bf01391a::" providerId="AD" clId="Web-{AA32E9FB-D3B2-7864-A00C-22B04C82015B}" dt="2026-01-06T03:54:44.348" v="564" actId="1076"/>
          <ac:spMkLst>
            <pc:docMk/>
            <pc:sldMk cId="3068974501" sldId="312"/>
            <ac:spMk id="2" creationId="{A6B42F3F-3939-42DC-B041-0404126EE47F}"/>
          </ac:spMkLst>
        </pc:spChg>
        <pc:spChg chg="add mod">
          <ac:chgData name="Guest User" userId="S::urn:spo:tenantanon#44e3cf94-19c9-4e32-96c3-14f5bf01391a::" providerId="AD" clId="Web-{AA32E9FB-D3B2-7864-A00C-22B04C82015B}" dt="2026-01-06T03:53:42.440" v="554" actId="20577"/>
          <ac:spMkLst>
            <pc:docMk/>
            <pc:sldMk cId="3068974501" sldId="312"/>
            <ac:spMk id="3" creationId="{936EFCFA-6107-F48C-21F3-2290BDB800B3}"/>
          </ac:spMkLst>
        </pc:spChg>
        <pc:spChg chg="add mod">
          <ac:chgData name="Guest User" userId="S::urn:spo:tenantanon#44e3cf94-19c9-4e32-96c3-14f5bf01391a::" providerId="AD" clId="Web-{AA32E9FB-D3B2-7864-A00C-22B04C82015B}" dt="2026-01-06T04:11:11.516" v="605" actId="20577"/>
          <ac:spMkLst>
            <pc:docMk/>
            <pc:sldMk cId="3068974501" sldId="312"/>
            <ac:spMk id="4" creationId="{27708471-9D1C-0BEC-B43E-A5C11F0E9B98}"/>
          </ac:spMkLst>
        </pc:spChg>
        <pc:spChg chg="mod">
          <ac:chgData name="Guest User" userId="S::urn:spo:tenantanon#44e3cf94-19c9-4e32-96c3-14f5bf01391a::" providerId="AD" clId="Web-{AA32E9FB-D3B2-7864-A00C-22B04C82015B}" dt="2026-01-06T03:54:48.441" v="565" actId="1076"/>
          <ac:spMkLst>
            <pc:docMk/>
            <pc:sldMk cId="3068974501" sldId="312"/>
            <ac:spMk id="5" creationId="{3D97FC00-C5C7-D77D-8970-AFD877021A61}"/>
          </ac:spMkLst>
        </pc:spChg>
      </pc:sldChg>
      <pc:sldChg chg="addSp delSp modSp add replId">
        <pc:chgData name="Guest User" userId="S::urn:spo:tenantanon#44e3cf94-19c9-4e32-96c3-14f5bf01391a::" providerId="AD" clId="Web-{AA32E9FB-D3B2-7864-A00C-22B04C82015B}" dt="2026-01-06T04:15:23.627" v="731"/>
        <pc:sldMkLst>
          <pc:docMk/>
          <pc:sldMk cId="2539868197" sldId="313"/>
        </pc:sldMkLst>
        <pc:spChg chg="add mod">
          <ac:chgData name="Guest User" userId="S::urn:spo:tenantanon#44e3cf94-19c9-4e32-96c3-14f5bf01391a::" providerId="AD" clId="Web-{AA32E9FB-D3B2-7864-A00C-22B04C82015B}" dt="2026-01-06T04:01:54.663" v="586" actId="1076"/>
          <ac:spMkLst>
            <pc:docMk/>
            <pc:sldMk cId="2539868197" sldId="313"/>
            <ac:spMk id="4" creationId="{0C94DCE0-3F80-B512-2C7F-F67F8C8EA6D9}"/>
          </ac:spMkLst>
        </pc:spChg>
        <pc:spChg chg="mod">
          <ac:chgData name="Guest User" userId="S::urn:spo:tenantanon#44e3cf94-19c9-4e32-96c3-14f5bf01391a::" providerId="AD" clId="Web-{AA32E9FB-D3B2-7864-A00C-22B04C82015B}" dt="2026-01-06T03:58:26.239" v="573" actId="20577"/>
          <ac:spMkLst>
            <pc:docMk/>
            <pc:sldMk cId="2539868197" sldId="313"/>
            <ac:spMk id="6" creationId="{D598E498-77B4-92F9-9A70-89F5FA9A9310}"/>
          </ac:spMkLst>
        </pc:spChg>
        <pc:spChg chg="add del mod">
          <ac:chgData name="Guest User" userId="S::urn:spo:tenantanon#44e3cf94-19c9-4e32-96c3-14f5bf01391a::" providerId="AD" clId="Web-{AA32E9FB-D3B2-7864-A00C-22B04C82015B}" dt="2026-01-06T04:14:43.986" v="710"/>
          <ac:spMkLst>
            <pc:docMk/>
            <pc:sldMk cId="2539868197" sldId="313"/>
            <ac:spMk id="7" creationId="{9EAAE510-2324-8780-F5BD-5A0317F08435}"/>
          </ac:spMkLst>
        </pc:spChg>
        <pc:spChg chg="mod">
          <ac:chgData name="Guest User" userId="S::urn:spo:tenantanon#44e3cf94-19c9-4e32-96c3-14f5bf01391a::" providerId="AD" clId="Web-{AA32E9FB-D3B2-7864-A00C-22B04C82015B}" dt="2026-01-06T04:14:29.470" v="705" actId="1076"/>
          <ac:spMkLst>
            <pc:docMk/>
            <pc:sldMk cId="2539868197" sldId="313"/>
            <ac:spMk id="8" creationId="{522D0995-8BFB-B8D5-4CB0-3B0329543F2C}"/>
          </ac:spMkLst>
        </pc:spChg>
        <pc:spChg chg="del">
          <ac:chgData name="Guest User" userId="S::urn:spo:tenantanon#44e3cf94-19c9-4e32-96c3-14f5bf01391a::" providerId="AD" clId="Web-{AA32E9FB-D3B2-7864-A00C-22B04C82015B}" dt="2026-01-06T04:01:38.522" v="582"/>
          <ac:spMkLst>
            <pc:docMk/>
            <pc:sldMk cId="2539868197" sldId="313"/>
            <ac:spMk id="9" creationId="{6EDDE0ED-8222-7272-6573-B6E8443F1D9D}"/>
          </ac:spMkLst>
        </pc:spChg>
        <pc:spChg chg="del">
          <ac:chgData name="Guest User" userId="S::urn:spo:tenantanon#44e3cf94-19c9-4e32-96c3-14f5bf01391a::" providerId="AD" clId="Web-{AA32E9FB-D3B2-7864-A00C-22B04C82015B}" dt="2026-01-06T04:01:44.475" v="583"/>
          <ac:spMkLst>
            <pc:docMk/>
            <pc:sldMk cId="2539868197" sldId="313"/>
            <ac:spMk id="10" creationId="{0108CFBB-B011-5809-63B9-25C20C05CBA8}"/>
          </ac:spMkLst>
        </pc:spChg>
        <pc:spChg chg="mod">
          <ac:chgData name="Guest User" userId="S::urn:spo:tenantanon#44e3cf94-19c9-4e32-96c3-14f5bf01391a::" providerId="AD" clId="Web-{AA32E9FB-D3B2-7864-A00C-22B04C82015B}" dt="2026-01-06T04:14:34.080" v="706" actId="1076"/>
          <ac:spMkLst>
            <pc:docMk/>
            <pc:sldMk cId="2539868197" sldId="313"/>
            <ac:spMk id="11" creationId="{CD964229-E874-3006-C93A-FCB6C463EDE7}"/>
          </ac:spMkLst>
        </pc:spChg>
        <pc:spChg chg="add del mod">
          <ac:chgData name="Guest User" userId="S::urn:spo:tenantanon#44e3cf94-19c9-4e32-96c3-14f5bf01391a::" providerId="AD" clId="Web-{AA32E9FB-D3B2-7864-A00C-22B04C82015B}" dt="2026-01-06T04:15:11.189" v="729"/>
          <ac:spMkLst>
            <pc:docMk/>
            <pc:sldMk cId="2539868197" sldId="313"/>
            <ac:spMk id="12" creationId="{0C0CB41C-5160-61B7-D526-601940E1E66F}"/>
          </ac:spMkLst>
        </pc:spChg>
        <pc:spChg chg="add mod">
          <ac:chgData name="Guest User" userId="S::urn:spo:tenantanon#44e3cf94-19c9-4e32-96c3-14f5bf01391a::" providerId="AD" clId="Web-{AA32E9FB-D3B2-7864-A00C-22B04C82015B}" dt="2026-01-06T04:15:23.627" v="731"/>
          <ac:spMkLst>
            <pc:docMk/>
            <pc:sldMk cId="2539868197" sldId="313"/>
            <ac:spMk id="13" creationId="{76CD03E3-A91A-B81B-330E-4FFC3EC468C7}"/>
          </ac:spMkLst>
        </pc:spChg>
        <pc:spChg chg="del">
          <ac:chgData name="Guest User" userId="S::urn:spo:tenantanon#44e3cf94-19c9-4e32-96c3-14f5bf01391a::" providerId="AD" clId="Web-{AA32E9FB-D3B2-7864-A00C-22B04C82015B}" dt="2026-01-06T04:01:36.397" v="581"/>
          <ac:spMkLst>
            <pc:docMk/>
            <pc:sldMk cId="2539868197" sldId="313"/>
            <ac:spMk id="27" creationId="{9D5E5623-B219-5CE8-9355-9208B63BC778}"/>
          </ac:spMkLst>
        </pc:spChg>
        <pc:spChg chg="del">
          <ac:chgData name="Guest User" userId="S::urn:spo:tenantanon#44e3cf94-19c9-4e32-96c3-14f5bf01391a::" providerId="AD" clId="Web-{AA32E9FB-D3B2-7864-A00C-22B04C82015B}" dt="2026-01-06T04:01:25.115" v="575"/>
          <ac:spMkLst>
            <pc:docMk/>
            <pc:sldMk cId="2539868197" sldId="313"/>
            <ac:spMk id="28" creationId="{263E3566-4783-7920-ED9B-EB93E81E33D7}"/>
          </ac:spMkLst>
        </pc:spChg>
        <pc:spChg chg="del">
          <ac:chgData name="Guest User" userId="S::urn:spo:tenantanon#44e3cf94-19c9-4e32-96c3-14f5bf01391a::" providerId="AD" clId="Web-{AA32E9FB-D3B2-7864-A00C-22B04C82015B}" dt="2026-01-06T04:01:28.740" v="576"/>
          <ac:spMkLst>
            <pc:docMk/>
            <pc:sldMk cId="2539868197" sldId="313"/>
            <ac:spMk id="29" creationId="{CA1E8631-E300-5C21-50E6-336A9C8573EC}"/>
          </ac:spMkLst>
        </pc:spChg>
        <pc:spChg chg="del mod">
          <ac:chgData name="Guest User" userId="S::urn:spo:tenantanon#44e3cf94-19c9-4e32-96c3-14f5bf01391a::" providerId="AD" clId="Web-{AA32E9FB-D3B2-7864-A00C-22B04C82015B}" dt="2026-01-06T04:01:23.912" v="574"/>
          <ac:spMkLst>
            <pc:docMk/>
            <pc:sldMk cId="2539868197" sldId="313"/>
            <ac:spMk id="30" creationId="{511D614E-E3D5-360D-4A70-443B1607B6C8}"/>
          </ac:spMkLst>
        </pc:spChg>
        <pc:spChg chg="del">
          <ac:chgData name="Guest User" userId="S::urn:spo:tenantanon#44e3cf94-19c9-4e32-96c3-14f5bf01391a::" providerId="AD" clId="Web-{AA32E9FB-D3B2-7864-A00C-22B04C82015B}" dt="2026-01-06T04:01:46.725" v="584"/>
          <ac:spMkLst>
            <pc:docMk/>
            <pc:sldMk cId="2539868197" sldId="313"/>
            <ac:spMk id="31" creationId="{7BF3EAC1-A369-3329-0CEA-BBCF9EDBFC3E}"/>
          </ac:spMkLst>
        </pc:spChg>
        <pc:spChg chg="del">
          <ac:chgData name="Guest User" userId="S::urn:spo:tenantanon#44e3cf94-19c9-4e32-96c3-14f5bf01391a::" providerId="AD" clId="Web-{AA32E9FB-D3B2-7864-A00C-22B04C82015B}" dt="2026-01-06T04:01:29.600" v="577"/>
          <ac:spMkLst>
            <pc:docMk/>
            <pc:sldMk cId="2539868197" sldId="313"/>
            <ac:spMk id="32" creationId="{CD6993E3-95B4-99F4-81CE-38EF4065789E}"/>
          </ac:spMkLst>
        </pc:spChg>
        <pc:spChg chg="del">
          <ac:chgData name="Guest User" userId="S::urn:spo:tenantanon#44e3cf94-19c9-4e32-96c3-14f5bf01391a::" providerId="AD" clId="Web-{AA32E9FB-D3B2-7864-A00C-22B04C82015B}" dt="2026-01-06T04:01:32.053" v="578"/>
          <ac:spMkLst>
            <pc:docMk/>
            <pc:sldMk cId="2539868197" sldId="313"/>
            <ac:spMk id="33" creationId="{E7DF34D8-0985-79DA-9DDC-CD892923A5CE}"/>
          </ac:spMkLst>
        </pc:spChg>
        <pc:spChg chg="del mod">
          <ac:chgData name="Guest User" userId="S::urn:spo:tenantanon#44e3cf94-19c9-4e32-96c3-14f5bf01391a::" providerId="AD" clId="Web-{AA32E9FB-D3B2-7864-A00C-22B04C82015B}" dt="2026-01-06T04:01:35.366" v="580"/>
          <ac:spMkLst>
            <pc:docMk/>
            <pc:sldMk cId="2539868197" sldId="313"/>
            <ac:spMk id="34" creationId="{59B5A974-5416-1564-EB7F-D3B1CA7E5181}"/>
          </ac:spMkLst>
        </pc:spChg>
      </pc:sldChg>
    </pc:docChg>
  </pc:docChgLst>
  <pc:docChgLst>
    <pc:chgData name="Guest User" userId="S::urn:spo:tenantanon#44e3cf94-19c9-4e32-96c3-14f5bf01391a::" providerId="AD" clId="Web-{35569117-EB60-483A-BF7E-762222075BB8}"/>
    <pc:docChg chg="addSld delSld modSld">
      <pc:chgData name="Guest User" userId="S::urn:spo:tenantanon#44e3cf94-19c9-4e32-96c3-14f5bf01391a::" providerId="AD" clId="Web-{35569117-EB60-483A-BF7E-762222075BB8}" dt="2026-01-05T20:55:37.377" v="46"/>
      <pc:docMkLst>
        <pc:docMk/>
      </pc:docMkLst>
      <pc:sldChg chg="del">
        <pc:chgData name="Guest User" userId="S::urn:spo:tenantanon#44e3cf94-19c9-4e32-96c3-14f5bf01391a::" providerId="AD" clId="Web-{35569117-EB60-483A-BF7E-762222075BB8}" dt="2026-01-05T20:55:37.377" v="46"/>
        <pc:sldMkLst>
          <pc:docMk/>
          <pc:sldMk cId="3909402017" sldId="267"/>
        </pc:sldMkLst>
      </pc:sldChg>
      <pc:sldChg chg="addSp delSp modSp">
        <pc:chgData name="Guest User" userId="S::urn:spo:tenantanon#44e3cf94-19c9-4e32-96c3-14f5bf01391a::" providerId="AD" clId="Web-{35569117-EB60-483A-BF7E-762222075BB8}" dt="2026-01-05T20:19:58.731" v="29" actId="1076"/>
        <pc:sldMkLst>
          <pc:docMk/>
          <pc:sldMk cId="2855883343" sldId="273"/>
        </pc:sldMkLst>
        <pc:spChg chg="mod">
          <ac:chgData name="Guest User" userId="S::urn:spo:tenantanon#44e3cf94-19c9-4e32-96c3-14f5bf01391a::" providerId="AD" clId="Web-{35569117-EB60-483A-BF7E-762222075BB8}" dt="2026-01-05T20:10:42.812" v="16" actId="20577"/>
          <ac:spMkLst>
            <pc:docMk/>
            <pc:sldMk cId="2855883343" sldId="273"/>
            <ac:spMk id="28" creationId="{8189A7D4-24DF-F7F7-15EE-632D64EF9D2A}"/>
          </ac:spMkLst>
        </pc:spChg>
        <pc:spChg chg="mod">
          <ac:chgData name="Guest User" userId="S::urn:spo:tenantanon#44e3cf94-19c9-4e32-96c3-14f5bf01391a::" providerId="AD" clId="Web-{35569117-EB60-483A-BF7E-762222075BB8}" dt="2026-01-05T20:12:13.456" v="20" actId="20577"/>
          <ac:spMkLst>
            <pc:docMk/>
            <pc:sldMk cId="2855883343" sldId="273"/>
            <ac:spMk id="32" creationId="{0044DA9A-04E0-7C49-1BAF-02577164D78C}"/>
          </ac:spMkLst>
        </pc:spChg>
        <pc:spChg chg="add del mod">
          <ac:chgData name="Guest User" userId="S::urn:spo:tenantanon#44e3cf94-19c9-4e32-96c3-14f5bf01391a::" providerId="AD" clId="Web-{35569117-EB60-483A-BF7E-762222075BB8}" dt="2026-01-05T20:19:58.731" v="29" actId="1076"/>
          <ac:spMkLst>
            <pc:docMk/>
            <pc:sldMk cId="2855883343" sldId="273"/>
            <ac:spMk id="39" creationId="{71767140-640A-EFEC-8F43-61FC490C6B91}"/>
          </ac:spMkLst>
        </pc:spChg>
      </pc:sldChg>
      <pc:sldChg chg="addSp delSp modSp add replId">
        <pc:chgData name="Guest User" userId="S::urn:spo:tenantanon#44e3cf94-19c9-4e32-96c3-14f5bf01391a::" providerId="AD" clId="Web-{35569117-EB60-483A-BF7E-762222075BB8}" dt="2026-01-05T20:24:33.827" v="45" actId="1076"/>
        <pc:sldMkLst>
          <pc:docMk/>
          <pc:sldMk cId="31241480" sldId="308"/>
        </pc:sldMkLst>
        <pc:spChg chg="add">
          <ac:chgData name="Guest User" userId="S::urn:spo:tenantanon#44e3cf94-19c9-4e32-96c3-14f5bf01391a::" providerId="AD" clId="Web-{35569117-EB60-483A-BF7E-762222075BB8}" dt="2026-01-05T20:22:56.186" v="33"/>
          <ac:spMkLst>
            <pc:docMk/>
            <pc:sldMk cId="31241480" sldId="308"/>
            <ac:spMk id="4" creationId="{4F110267-548D-B0E9-F950-9220BF31D993}"/>
          </ac:spMkLst>
        </pc:spChg>
        <pc:spChg chg="add">
          <ac:chgData name="Guest User" userId="S::urn:spo:tenantanon#44e3cf94-19c9-4e32-96c3-14f5bf01391a::" providerId="AD" clId="Web-{35569117-EB60-483A-BF7E-762222075BB8}" dt="2026-01-05T20:22:56.186" v="34"/>
          <ac:spMkLst>
            <pc:docMk/>
            <pc:sldMk cId="31241480" sldId="308"/>
            <ac:spMk id="6" creationId="{CD5BDB0C-8022-A863-87FA-7B6B04EA1AAD}"/>
          </ac:spMkLst>
        </pc:spChg>
        <pc:spChg chg="add">
          <ac:chgData name="Guest User" userId="S::urn:spo:tenantanon#44e3cf94-19c9-4e32-96c3-14f5bf01391a::" providerId="AD" clId="Web-{35569117-EB60-483A-BF7E-762222075BB8}" dt="2026-01-05T20:22:56.201" v="36"/>
          <ac:spMkLst>
            <pc:docMk/>
            <pc:sldMk cId="31241480" sldId="308"/>
            <ac:spMk id="10" creationId="{A1D84147-5C30-C1E7-3611-CC35C9FF4EBA}"/>
          </ac:spMkLst>
        </pc:spChg>
        <pc:grpChg chg="del">
          <ac:chgData name="Guest User" userId="S::urn:spo:tenantanon#44e3cf94-19c9-4e32-96c3-14f5bf01391a::" providerId="AD" clId="Web-{35569117-EB60-483A-BF7E-762222075BB8}" dt="2026-01-05T20:22:54.576" v="32"/>
          <ac:grpSpMkLst>
            <pc:docMk/>
            <pc:sldMk cId="31241480" sldId="308"/>
            <ac:grpSpMk id="38" creationId="{66D8B6E8-5023-A269-38AE-793B04B3CD89}"/>
          </ac:grpSpMkLst>
        </pc:grpChg>
        <pc:picChg chg="add">
          <ac:chgData name="Guest User" userId="S::urn:spo:tenantanon#44e3cf94-19c9-4e32-96c3-14f5bf01391a::" providerId="AD" clId="Web-{35569117-EB60-483A-BF7E-762222075BB8}" dt="2026-01-05T20:22:56.186" v="35"/>
          <ac:picMkLst>
            <pc:docMk/>
            <pc:sldMk cId="31241480" sldId="308"/>
            <ac:picMk id="8" creationId="{9D37E786-EEEF-E9A1-67F2-1A06806C9399}"/>
          </ac:picMkLst>
        </pc:picChg>
        <pc:picChg chg="add mod modCrop">
          <ac:chgData name="Guest User" userId="S::urn:spo:tenantanon#44e3cf94-19c9-4e32-96c3-14f5bf01391a::" providerId="AD" clId="Web-{35569117-EB60-483A-BF7E-762222075BB8}" dt="2026-01-05T20:24:33.827" v="45" actId="1076"/>
          <ac:picMkLst>
            <pc:docMk/>
            <pc:sldMk cId="31241480" sldId="308"/>
            <ac:picMk id="11" creationId="{64811078-D60A-90F2-58F8-49835A8D4499}"/>
          </ac:picMkLst>
        </pc:picChg>
        <pc:picChg chg="del">
          <ac:chgData name="Guest User" userId="S::urn:spo:tenantanon#44e3cf94-19c9-4e32-96c3-14f5bf01391a::" providerId="AD" clId="Web-{35569117-EB60-483A-BF7E-762222075BB8}" dt="2026-01-05T20:22:41.498" v="31"/>
          <ac:picMkLst>
            <pc:docMk/>
            <pc:sldMk cId="31241480" sldId="308"/>
            <ac:picMk id="31" creationId="{6953B938-0FD9-9195-3B06-C80CA4ACA2D6}"/>
          </ac:picMkLst>
        </pc:picChg>
      </pc:sldChg>
    </pc:docChg>
  </pc:docChgLst>
  <pc:docChgLst>
    <pc:chgData name="Guest User" userId="S::urn:spo:tenantanon#44e3cf94-19c9-4e32-96c3-14f5bf01391a::" providerId="AD" clId="Web-{1A00E5C6-54C6-CAF5-E3CC-61C595BD9D41}"/>
    <pc:docChg chg="modSld">
      <pc:chgData name="Guest User" userId="S::urn:spo:tenantanon#44e3cf94-19c9-4e32-96c3-14f5bf01391a::" providerId="AD" clId="Web-{1A00E5C6-54C6-CAF5-E3CC-61C595BD9D41}" dt="2026-01-06T06:14:21.829" v="0" actId="1076"/>
      <pc:docMkLst>
        <pc:docMk/>
      </pc:docMkLst>
      <pc:sldChg chg="modSp">
        <pc:chgData name="Guest User" userId="S::urn:spo:tenantanon#44e3cf94-19c9-4e32-96c3-14f5bf01391a::" providerId="AD" clId="Web-{1A00E5C6-54C6-CAF5-E3CC-61C595BD9D41}" dt="2026-01-06T06:14:21.829" v="0" actId="1076"/>
        <pc:sldMkLst>
          <pc:docMk/>
          <pc:sldMk cId="1184288525" sldId="272"/>
        </pc:sldMkLst>
        <pc:spChg chg="mod">
          <ac:chgData name="Guest User" userId="S::urn:spo:tenantanon#44e3cf94-19c9-4e32-96c3-14f5bf01391a::" providerId="AD" clId="Web-{1A00E5C6-54C6-CAF5-E3CC-61C595BD9D41}" dt="2026-01-06T06:14:21.829" v="0" actId="1076"/>
          <ac:spMkLst>
            <pc:docMk/>
            <pc:sldMk cId="1184288525" sldId="272"/>
            <ac:spMk id="24" creationId="{A2DB1EB4-8083-4F2D-128E-2A91AC778E0B}"/>
          </ac:spMkLst>
        </pc:spChg>
      </pc:sldChg>
    </pc:docChg>
  </pc:docChgLst>
  <pc:docChgLst>
    <pc:chgData name="ABEYSEKARA A M N it22154576" userId="2a311558-e678-486d-aa99-092bd5e3b119" providerId="ADAL" clId="{C99FFDF4-DF06-4C84-8713-2D29A245E7F0}"/>
    <pc:docChg chg="modSld">
      <pc:chgData name="ABEYSEKARA A M N it22154576" userId="2a311558-e678-486d-aa99-092bd5e3b119" providerId="ADAL" clId="{C99FFDF4-DF06-4C84-8713-2D29A245E7F0}" dt="2026-01-06T09:43:15.956" v="21" actId="1076"/>
      <pc:docMkLst>
        <pc:docMk/>
      </pc:docMkLst>
      <pc:sldChg chg="modSp mod">
        <pc:chgData name="ABEYSEKARA A M N it22154576" userId="2a311558-e678-486d-aa99-092bd5e3b119" providerId="ADAL" clId="{C99FFDF4-DF06-4C84-8713-2D29A245E7F0}" dt="2026-01-06T09:33:12.240" v="8" actId="20577"/>
        <pc:sldMkLst>
          <pc:docMk/>
          <pc:sldMk cId="3483905385" sldId="274"/>
        </pc:sldMkLst>
        <pc:spChg chg="mod">
          <ac:chgData name="ABEYSEKARA A M N it22154576" userId="2a311558-e678-486d-aa99-092bd5e3b119" providerId="ADAL" clId="{C99FFDF4-DF06-4C84-8713-2D29A245E7F0}" dt="2026-01-06T09:33:12.240" v="8" actId="20577"/>
          <ac:spMkLst>
            <pc:docMk/>
            <pc:sldMk cId="3483905385" sldId="274"/>
            <ac:spMk id="3" creationId="{FA98FD8C-48E2-EF56-C40A-A7581C846366}"/>
          </ac:spMkLst>
        </pc:spChg>
      </pc:sldChg>
      <pc:sldChg chg="modSp mod">
        <pc:chgData name="ABEYSEKARA A M N it22154576" userId="2a311558-e678-486d-aa99-092bd5e3b119" providerId="ADAL" clId="{C99FFDF4-DF06-4C84-8713-2D29A245E7F0}" dt="2026-01-06T09:43:15.956" v="21" actId="1076"/>
        <pc:sldMkLst>
          <pc:docMk/>
          <pc:sldMk cId="2821269468" sldId="314"/>
        </pc:sldMkLst>
        <pc:picChg chg="mod">
          <ac:chgData name="ABEYSEKARA A M N it22154576" userId="2a311558-e678-486d-aa99-092bd5e3b119" providerId="ADAL" clId="{C99FFDF4-DF06-4C84-8713-2D29A245E7F0}" dt="2026-01-06T09:43:15.956" v="21" actId="1076"/>
          <ac:picMkLst>
            <pc:docMk/>
            <pc:sldMk cId="2821269468" sldId="314"/>
            <ac:picMk id="7" creationId="{C57753A0-DC73-5D01-CB42-66589EAC6230}"/>
          </ac:picMkLst>
        </pc:picChg>
      </pc:sldChg>
      <pc:sldChg chg="modSp mod">
        <pc:chgData name="ABEYSEKARA A M N it22154576" userId="2a311558-e678-486d-aa99-092bd5e3b119" providerId="ADAL" clId="{C99FFDF4-DF06-4C84-8713-2D29A245E7F0}" dt="2026-01-06T09:41:47.430" v="19" actId="20577"/>
        <pc:sldMkLst>
          <pc:docMk/>
          <pc:sldMk cId="4253932907" sldId="321"/>
        </pc:sldMkLst>
        <pc:spChg chg="mod">
          <ac:chgData name="ABEYSEKARA A M N it22154576" userId="2a311558-e678-486d-aa99-092bd5e3b119" providerId="ADAL" clId="{C99FFDF4-DF06-4C84-8713-2D29A245E7F0}" dt="2026-01-06T09:41:47.430" v="19" actId="20577"/>
          <ac:spMkLst>
            <pc:docMk/>
            <pc:sldMk cId="4253932907" sldId="321"/>
            <ac:spMk id="28" creationId="{4F81C6F5-4175-C3A3-17D3-E68E37DAC384}"/>
          </ac:spMkLst>
        </pc:spChg>
      </pc:sldChg>
      <pc:sldChg chg="modSp mod">
        <pc:chgData name="ABEYSEKARA A M N it22154576" userId="2a311558-e678-486d-aa99-092bd5e3b119" providerId="ADAL" clId="{C99FFDF4-DF06-4C84-8713-2D29A245E7F0}" dt="2026-01-06T09:41:31.973" v="18" actId="20577"/>
        <pc:sldMkLst>
          <pc:docMk/>
          <pc:sldMk cId="3351688710" sldId="323"/>
        </pc:sldMkLst>
        <pc:spChg chg="mod">
          <ac:chgData name="ABEYSEKARA A M N it22154576" userId="2a311558-e678-486d-aa99-092bd5e3b119" providerId="ADAL" clId="{C99FFDF4-DF06-4C84-8713-2D29A245E7F0}" dt="2026-01-06T09:41:31.973" v="18" actId="20577"/>
          <ac:spMkLst>
            <pc:docMk/>
            <pc:sldMk cId="3351688710" sldId="323"/>
            <ac:spMk id="6" creationId="{FC20FDC4-A0C0-A85E-CFA0-F18FED8FF728}"/>
          </ac:spMkLst>
        </pc:spChg>
      </pc:sldChg>
    </pc:docChg>
  </pc:docChgLst>
  <pc:docChgLst>
    <pc:chgData name="BANDARANAYAKE .B.G.W.T.N it22247018" userId="S::it22247018@my.sliit.lk::ad638593-24e3-48fe-8a68-665fdcc3a8ae" providerId="AD" clId="Web-{F9F324AE-9815-26E9-5BE6-A343A7722E89}"/>
    <pc:docChg chg="modSld">
      <pc:chgData name="BANDARANAYAKE .B.G.W.T.N it22247018" userId="S::it22247018@my.sliit.lk::ad638593-24e3-48fe-8a68-665fdcc3a8ae" providerId="AD" clId="Web-{F9F324AE-9815-26E9-5BE6-A343A7722E89}" dt="2026-01-06T08:12:45.176" v="6" actId="20577"/>
      <pc:docMkLst>
        <pc:docMk/>
      </pc:docMkLst>
      <pc:sldChg chg="modSp">
        <pc:chgData name="BANDARANAYAKE .B.G.W.T.N it22247018" userId="S::it22247018@my.sliit.lk::ad638593-24e3-48fe-8a68-665fdcc3a8ae" providerId="AD" clId="Web-{F9F324AE-9815-26E9-5BE6-A343A7722E89}" dt="2026-01-06T08:12:45.176" v="6" actId="20577"/>
        <pc:sldMkLst>
          <pc:docMk/>
          <pc:sldMk cId="3070838865" sldId="306"/>
        </pc:sldMkLst>
        <pc:spChg chg="mod">
          <ac:chgData name="BANDARANAYAKE .B.G.W.T.N it22247018" userId="S::it22247018@my.sliit.lk::ad638593-24e3-48fe-8a68-665fdcc3a8ae" providerId="AD" clId="Web-{F9F324AE-9815-26E9-5BE6-A343A7722E89}" dt="2026-01-06T08:12:45.176" v="6" actId="20577"/>
          <ac:spMkLst>
            <pc:docMk/>
            <pc:sldMk cId="3070838865" sldId="306"/>
            <ac:spMk id="6" creationId="{FCBBC763-5B6B-373B-2FD2-6E103FDCDBCB}"/>
          </ac:spMkLst>
        </pc:spChg>
      </pc:sldChg>
    </pc:docChg>
  </pc:docChgLst>
  <pc:docChgLst>
    <pc:chgData name="Guest User" userId="S::urn:spo:tenantanon#44e3cf94-19c9-4e32-96c3-14f5bf01391a::" providerId="AD" clId="Web-{7EB4ECF9-91E8-4F4B-C98B-422B9673AB21}"/>
    <pc:docChg chg="modSld">
      <pc:chgData name="Guest User" userId="S::urn:spo:tenantanon#44e3cf94-19c9-4e32-96c3-14f5bf01391a::" providerId="AD" clId="Web-{7EB4ECF9-91E8-4F4B-C98B-422B9673AB21}" dt="2026-01-06T07:51:09.367" v="10" actId="1076"/>
      <pc:docMkLst>
        <pc:docMk/>
      </pc:docMkLst>
      <pc:sldChg chg="delSp modSp">
        <pc:chgData name="Guest User" userId="S::urn:spo:tenantanon#44e3cf94-19c9-4e32-96c3-14f5bf01391a::" providerId="AD" clId="Web-{7EB4ECF9-91E8-4F4B-C98B-422B9673AB21}" dt="2026-01-06T07:50:57.023" v="8"/>
        <pc:sldMkLst>
          <pc:docMk/>
          <pc:sldMk cId="0" sldId="256"/>
        </pc:sldMkLst>
        <pc:spChg chg="del">
          <ac:chgData name="Guest User" userId="S::urn:spo:tenantanon#44e3cf94-19c9-4e32-96c3-14f5bf01391a::" providerId="AD" clId="Web-{7EB4ECF9-91E8-4F4B-C98B-422B9673AB21}" dt="2026-01-06T07:50:57.023" v="8"/>
          <ac:spMkLst>
            <pc:docMk/>
            <pc:sldMk cId="0" sldId="256"/>
            <ac:spMk id="10" creationId="{00000000-0000-0000-0000-000000000000}"/>
          </ac:spMkLst>
        </pc:spChg>
        <pc:spChg chg="del">
          <ac:chgData name="Guest User" userId="S::urn:spo:tenantanon#44e3cf94-19c9-4e32-96c3-14f5bf01391a::" providerId="AD" clId="Web-{7EB4ECF9-91E8-4F4B-C98B-422B9673AB21}" dt="2026-01-06T07:50:57.023" v="7"/>
          <ac:spMkLst>
            <pc:docMk/>
            <pc:sldMk cId="0" sldId="256"/>
            <ac:spMk id="11" creationId="{00000000-0000-0000-0000-000000000000}"/>
          </ac:spMkLst>
        </pc:spChg>
        <pc:spChg chg="del">
          <ac:chgData name="Guest User" userId="S::urn:spo:tenantanon#44e3cf94-19c9-4e32-96c3-14f5bf01391a::" providerId="AD" clId="Web-{7EB4ECF9-91E8-4F4B-C98B-422B9673AB21}" dt="2026-01-06T07:50:57.023" v="6"/>
          <ac:spMkLst>
            <pc:docMk/>
            <pc:sldMk cId="0" sldId="256"/>
            <ac:spMk id="12" creationId="{00000000-0000-0000-0000-000000000000}"/>
          </ac:spMkLst>
        </pc:spChg>
        <pc:spChg chg="del">
          <ac:chgData name="Guest User" userId="S::urn:spo:tenantanon#44e3cf94-19c9-4e32-96c3-14f5bf01391a::" providerId="AD" clId="Web-{7EB4ECF9-91E8-4F4B-C98B-422B9673AB21}" dt="2026-01-06T07:50:57.023" v="5"/>
          <ac:spMkLst>
            <pc:docMk/>
            <pc:sldMk cId="0" sldId="256"/>
            <ac:spMk id="13" creationId="{00000000-0000-0000-0000-000000000000}"/>
          </ac:spMkLst>
        </pc:spChg>
        <pc:spChg chg="del">
          <ac:chgData name="Guest User" userId="S::urn:spo:tenantanon#44e3cf94-19c9-4e32-96c3-14f5bf01391a::" providerId="AD" clId="Web-{7EB4ECF9-91E8-4F4B-C98B-422B9673AB21}" dt="2026-01-06T07:50:57.023" v="4"/>
          <ac:spMkLst>
            <pc:docMk/>
            <pc:sldMk cId="0" sldId="256"/>
            <ac:spMk id="14" creationId="{00000000-0000-0000-0000-000000000000}"/>
          </ac:spMkLst>
        </pc:spChg>
        <pc:spChg chg="del">
          <ac:chgData name="Guest User" userId="S::urn:spo:tenantanon#44e3cf94-19c9-4e32-96c3-14f5bf01391a::" providerId="AD" clId="Web-{7EB4ECF9-91E8-4F4B-C98B-422B9673AB21}" dt="2026-01-06T07:50:57.023" v="3"/>
          <ac:spMkLst>
            <pc:docMk/>
            <pc:sldMk cId="0" sldId="256"/>
            <ac:spMk id="15" creationId="{00000000-0000-0000-0000-000000000000}"/>
          </ac:spMkLst>
        </pc:spChg>
        <pc:spChg chg="del">
          <ac:chgData name="Guest User" userId="S::urn:spo:tenantanon#44e3cf94-19c9-4e32-96c3-14f5bf01391a::" providerId="AD" clId="Web-{7EB4ECF9-91E8-4F4B-C98B-422B9673AB21}" dt="2026-01-06T07:50:43.585" v="2"/>
          <ac:spMkLst>
            <pc:docMk/>
            <pc:sldMk cId="0" sldId="256"/>
            <ac:spMk id="16" creationId="{00000000-0000-0000-0000-000000000000}"/>
          </ac:spMkLst>
        </pc:spChg>
        <pc:spChg chg="del mod">
          <ac:chgData name="Guest User" userId="S::urn:spo:tenantanon#44e3cf94-19c9-4e32-96c3-14f5bf01391a::" providerId="AD" clId="Web-{7EB4ECF9-91E8-4F4B-C98B-422B9673AB21}" dt="2026-01-06T07:50:41.336" v="1"/>
          <ac:spMkLst>
            <pc:docMk/>
            <pc:sldMk cId="0" sldId="256"/>
            <ac:spMk id="17" creationId="{00000000-0000-0000-0000-000000000000}"/>
          </ac:spMkLst>
        </pc:spChg>
      </pc:sldChg>
      <pc:sldChg chg="modSp">
        <pc:chgData name="Guest User" userId="S::urn:spo:tenantanon#44e3cf94-19c9-4e32-96c3-14f5bf01391a::" providerId="AD" clId="Web-{7EB4ECF9-91E8-4F4B-C98B-422B9673AB21}" dt="2026-01-06T07:51:09.367" v="10" actId="1076"/>
        <pc:sldMkLst>
          <pc:docMk/>
          <pc:sldMk cId="1100005520" sldId="326"/>
        </pc:sldMkLst>
        <pc:spChg chg="mod">
          <ac:chgData name="Guest User" userId="S::urn:spo:tenantanon#44e3cf94-19c9-4e32-96c3-14f5bf01391a::" providerId="AD" clId="Web-{7EB4ECF9-91E8-4F4B-C98B-422B9673AB21}" dt="2026-01-06T07:51:09.367" v="10" actId="1076"/>
          <ac:spMkLst>
            <pc:docMk/>
            <pc:sldMk cId="1100005520" sldId="326"/>
            <ac:spMk id="28" creationId="{F5CC8F83-8CA4-8A98-9737-27262192796F}"/>
          </ac:spMkLst>
        </pc:spChg>
      </pc:sldChg>
    </pc:docChg>
  </pc:docChgLst>
  <pc:docChgLst>
    <pc:chgData name="Guest User" userId="S::urn:spo:tenantanon#44e3cf94-19c9-4e32-96c3-14f5bf01391a::" providerId="AD" clId="Web-{E18B3D63-C352-9B12-37F3-87E964953DC5}"/>
    <pc:docChg chg="modSld">
      <pc:chgData name="Guest User" userId="S::urn:spo:tenantanon#44e3cf94-19c9-4e32-96c3-14f5bf01391a::" providerId="AD" clId="Web-{E18B3D63-C352-9B12-37F3-87E964953DC5}" dt="2026-01-05T18:26:40.609" v="476" actId="1076"/>
      <pc:docMkLst>
        <pc:docMk/>
      </pc:docMkLst>
      <pc:sldChg chg="addSp modSp">
        <pc:chgData name="Guest User" userId="S::urn:spo:tenantanon#44e3cf94-19c9-4e32-96c3-14f5bf01391a::" providerId="AD" clId="Web-{E18B3D63-C352-9B12-37F3-87E964953DC5}" dt="2026-01-05T16:53:50.171" v="363" actId="20577"/>
        <pc:sldMkLst>
          <pc:docMk/>
          <pc:sldMk cId="1968466096" sldId="266"/>
        </pc:sldMkLst>
        <pc:spChg chg="add">
          <ac:chgData name="Guest User" userId="S::urn:spo:tenantanon#44e3cf94-19c9-4e32-96c3-14f5bf01391a::" providerId="AD" clId="Web-{E18B3D63-C352-9B12-37F3-87E964953DC5}" dt="2026-01-05T16:50:34.701" v="337"/>
          <ac:spMkLst>
            <pc:docMk/>
            <pc:sldMk cId="1968466096" sldId="266"/>
            <ac:spMk id="12" creationId="{28FFF876-4C06-3CAD-2150-86178089E2BA}"/>
          </ac:spMkLst>
        </pc:spChg>
        <pc:spChg chg="add mod">
          <ac:chgData name="Guest User" userId="S::urn:spo:tenantanon#44e3cf94-19c9-4e32-96c3-14f5bf01391a::" providerId="AD" clId="Web-{E18B3D63-C352-9B12-37F3-87E964953DC5}" dt="2026-01-05T16:53:50.171" v="363" actId="20577"/>
          <ac:spMkLst>
            <pc:docMk/>
            <pc:sldMk cId="1968466096" sldId="266"/>
            <ac:spMk id="14" creationId="{602FDBAD-38C0-E907-AD25-EE5E73F52371}"/>
          </ac:spMkLst>
        </pc:spChg>
        <pc:spChg chg="add">
          <ac:chgData name="Guest User" userId="S::urn:spo:tenantanon#44e3cf94-19c9-4e32-96c3-14f5bf01391a::" providerId="AD" clId="Web-{E18B3D63-C352-9B12-37F3-87E964953DC5}" dt="2026-01-05T16:50:34.717" v="340"/>
          <ac:spMkLst>
            <pc:docMk/>
            <pc:sldMk cId="1968466096" sldId="266"/>
            <ac:spMk id="18" creationId="{B0630DEE-4AFE-DB17-0F8C-43519E6F7DD2}"/>
          </ac:spMkLst>
        </pc:spChg>
        <pc:picChg chg="add">
          <ac:chgData name="Guest User" userId="S::urn:spo:tenantanon#44e3cf94-19c9-4e32-96c3-14f5bf01391a::" providerId="AD" clId="Web-{E18B3D63-C352-9B12-37F3-87E964953DC5}" dt="2026-01-05T16:50:34.717" v="339"/>
          <ac:picMkLst>
            <pc:docMk/>
            <pc:sldMk cId="1968466096" sldId="266"/>
            <ac:picMk id="16" creationId="{3CFD8877-E3CE-C7EC-3A07-CCF5E0F74DC8}"/>
          </ac:picMkLst>
        </pc:picChg>
      </pc:sldChg>
      <pc:sldChg chg="addSp modSp">
        <pc:chgData name="Guest User" userId="S::urn:spo:tenantanon#44e3cf94-19c9-4e32-96c3-14f5bf01391a::" providerId="AD" clId="Web-{E18B3D63-C352-9B12-37F3-87E964953DC5}" dt="2026-01-05T16:53:43.796" v="361" actId="20577"/>
        <pc:sldMkLst>
          <pc:docMk/>
          <pc:sldMk cId="3909402017" sldId="267"/>
        </pc:sldMkLst>
        <pc:spChg chg="add">
          <ac:chgData name="Guest User" userId="S::urn:spo:tenantanon#44e3cf94-19c9-4e32-96c3-14f5bf01391a::" providerId="AD" clId="Web-{E18B3D63-C352-9B12-37F3-87E964953DC5}" dt="2026-01-05T16:50:27.420" v="333"/>
          <ac:spMkLst>
            <pc:docMk/>
            <pc:sldMk cId="3909402017" sldId="267"/>
            <ac:spMk id="37" creationId="{B2C1A94E-289D-3C39-5F6F-571D7E098D20}"/>
          </ac:spMkLst>
        </pc:spChg>
        <pc:spChg chg="add mod">
          <ac:chgData name="Guest User" userId="S::urn:spo:tenantanon#44e3cf94-19c9-4e32-96c3-14f5bf01391a::" providerId="AD" clId="Web-{E18B3D63-C352-9B12-37F3-87E964953DC5}" dt="2026-01-05T16:53:43.796" v="361" actId="20577"/>
          <ac:spMkLst>
            <pc:docMk/>
            <pc:sldMk cId="3909402017" sldId="267"/>
            <ac:spMk id="39" creationId="{3D78F557-A354-3AFB-A0DA-9B3BACF277B0}"/>
          </ac:spMkLst>
        </pc:spChg>
        <pc:spChg chg="add">
          <ac:chgData name="Guest User" userId="S::urn:spo:tenantanon#44e3cf94-19c9-4e32-96c3-14f5bf01391a::" providerId="AD" clId="Web-{E18B3D63-C352-9B12-37F3-87E964953DC5}" dt="2026-01-05T16:50:27.467" v="336"/>
          <ac:spMkLst>
            <pc:docMk/>
            <pc:sldMk cId="3909402017" sldId="267"/>
            <ac:spMk id="43" creationId="{DB76123B-05A9-AFA6-848D-2A96174974B6}"/>
          </ac:spMkLst>
        </pc:spChg>
        <pc:picChg chg="add">
          <ac:chgData name="Guest User" userId="S::urn:spo:tenantanon#44e3cf94-19c9-4e32-96c3-14f5bf01391a::" providerId="AD" clId="Web-{E18B3D63-C352-9B12-37F3-87E964953DC5}" dt="2026-01-05T16:50:27.451" v="335"/>
          <ac:picMkLst>
            <pc:docMk/>
            <pc:sldMk cId="3909402017" sldId="267"/>
            <ac:picMk id="41" creationId="{6EF144C0-F866-32C6-FE4B-7D7FAA5BAFA2}"/>
          </ac:picMkLst>
        </pc:picChg>
      </pc:sldChg>
      <pc:sldChg chg="addSp modSp">
        <pc:chgData name="Guest User" userId="S::urn:spo:tenantanon#44e3cf94-19c9-4e32-96c3-14f5bf01391a::" providerId="AD" clId="Web-{E18B3D63-C352-9B12-37F3-87E964953DC5}" dt="2026-01-05T16:53:37.655" v="359" actId="20577"/>
        <pc:sldMkLst>
          <pc:docMk/>
          <pc:sldMk cId="3286796225" sldId="268"/>
        </pc:sldMkLst>
        <pc:spChg chg="add">
          <ac:chgData name="Guest User" userId="S::urn:spo:tenantanon#44e3cf94-19c9-4e32-96c3-14f5bf01391a::" providerId="AD" clId="Web-{E18B3D63-C352-9B12-37F3-87E964953DC5}" dt="2026-01-05T16:50:19.826" v="329"/>
          <ac:spMkLst>
            <pc:docMk/>
            <pc:sldMk cId="3286796225" sldId="268"/>
            <ac:spMk id="14" creationId="{0D7E6261-3686-E994-6C35-63AD8AB40368}"/>
          </ac:spMkLst>
        </pc:spChg>
        <pc:spChg chg="add mod">
          <ac:chgData name="Guest User" userId="S::urn:spo:tenantanon#44e3cf94-19c9-4e32-96c3-14f5bf01391a::" providerId="AD" clId="Web-{E18B3D63-C352-9B12-37F3-87E964953DC5}" dt="2026-01-05T16:53:37.655" v="359" actId="20577"/>
          <ac:spMkLst>
            <pc:docMk/>
            <pc:sldMk cId="3286796225" sldId="268"/>
            <ac:spMk id="16" creationId="{AF5BF32C-58CA-0F18-B70C-85AA1C6302EB}"/>
          </ac:spMkLst>
        </pc:spChg>
        <pc:spChg chg="add">
          <ac:chgData name="Guest User" userId="S::urn:spo:tenantanon#44e3cf94-19c9-4e32-96c3-14f5bf01391a::" providerId="AD" clId="Web-{E18B3D63-C352-9B12-37F3-87E964953DC5}" dt="2026-01-05T16:50:19.873" v="332"/>
          <ac:spMkLst>
            <pc:docMk/>
            <pc:sldMk cId="3286796225" sldId="268"/>
            <ac:spMk id="20" creationId="{2F150D29-745B-C50F-B618-1091AF87563A}"/>
          </ac:spMkLst>
        </pc:spChg>
        <pc:picChg chg="add">
          <ac:chgData name="Guest User" userId="S::urn:spo:tenantanon#44e3cf94-19c9-4e32-96c3-14f5bf01391a::" providerId="AD" clId="Web-{E18B3D63-C352-9B12-37F3-87E964953DC5}" dt="2026-01-05T16:50:19.858" v="331"/>
          <ac:picMkLst>
            <pc:docMk/>
            <pc:sldMk cId="3286796225" sldId="268"/>
            <ac:picMk id="18" creationId="{5F6C8BE1-CE0E-0EE8-5551-E94EE357DC5B}"/>
          </ac:picMkLst>
        </pc:picChg>
      </pc:sldChg>
      <pc:sldChg chg="addSp modSp">
        <pc:chgData name="Guest User" userId="S::urn:spo:tenantanon#44e3cf94-19c9-4e32-96c3-14f5bf01391a::" providerId="AD" clId="Web-{E18B3D63-C352-9B12-37F3-87E964953DC5}" dt="2026-01-05T16:51:51.046" v="351" actId="20577"/>
        <pc:sldMkLst>
          <pc:docMk/>
          <pc:sldMk cId="386761165" sldId="269"/>
        </pc:sldMkLst>
        <pc:spChg chg="add">
          <ac:chgData name="Guest User" userId="S::urn:spo:tenantanon#44e3cf94-19c9-4e32-96c3-14f5bf01391a::" providerId="AD" clId="Web-{E18B3D63-C352-9B12-37F3-87E964953DC5}" dt="2026-01-05T16:50:12.170" v="325"/>
          <ac:spMkLst>
            <pc:docMk/>
            <pc:sldMk cId="386761165" sldId="269"/>
            <ac:spMk id="18" creationId="{7035BF30-FCF0-36BF-7DD4-7C01076A6A13}"/>
          </ac:spMkLst>
        </pc:spChg>
        <pc:spChg chg="add mod">
          <ac:chgData name="Guest User" userId="S::urn:spo:tenantanon#44e3cf94-19c9-4e32-96c3-14f5bf01391a::" providerId="AD" clId="Web-{E18B3D63-C352-9B12-37F3-87E964953DC5}" dt="2026-01-05T16:51:51.046" v="351" actId="20577"/>
          <ac:spMkLst>
            <pc:docMk/>
            <pc:sldMk cId="386761165" sldId="269"/>
            <ac:spMk id="20" creationId="{93351CE1-1FC1-9A96-F42B-652A4842B7DC}"/>
          </ac:spMkLst>
        </pc:spChg>
        <pc:spChg chg="add">
          <ac:chgData name="Guest User" userId="S::urn:spo:tenantanon#44e3cf94-19c9-4e32-96c3-14f5bf01391a::" providerId="AD" clId="Web-{E18B3D63-C352-9B12-37F3-87E964953DC5}" dt="2026-01-05T16:50:12.217" v="328"/>
          <ac:spMkLst>
            <pc:docMk/>
            <pc:sldMk cId="386761165" sldId="269"/>
            <ac:spMk id="24" creationId="{BD464C55-5B9D-70FA-528A-CF261DC7FD22}"/>
          </ac:spMkLst>
        </pc:spChg>
        <pc:picChg chg="add">
          <ac:chgData name="Guest User" userId="S::urn:spo:tenantanon#44e3cf94-19c9-4e32-96c3-14f5bf01391a::" providerId="AD" clId="Web-{E18B3D63-C352-9B12-37F3-87E964953DC5}" dt="2026-01-05T16:50:12.201" v="327"/>
          <ac:picMkLst>
            <pc:docMk/>
            <pc:sldMk cId="386761165" sldId="269"/>
            <ac:picMk id="22" creationId="{ACFA3647-81A4-AD6B-E852-E8B7BF5AC281}"/>
          </ac:picMkLst>
        </pc:picChg>
      </pc:sldChg>
      <pc:sldChg chg="addSp modSp">
        <pc:chgData name="Guest User" userId="S::urn:spo:tenantanon#44e3cf94-19c9-4e32-96c3-14f5bf01391a::" providerId="AD" clId="Web-{E18B3D63-C352-9B12-37F3-87E964953DC5}" dt="2026-01-05T16:51:13.639" v="349" actId="20577"/>
        <pc:sldMkLst>
          <pc:docMk/>
          <pc:sldMk cId="3964137913" sldId="270"/>
        </pc:sldMkLst>
        <pc:spChg chg="add">
          <ac:chgData name="Guest User" userId="S::urn:spo:tenantanon#44e3cf94-19c9-4e32-96c3-14f5bf01391a::" providerId="AD" clId="Web-{E18B3D63-C352-9B12-37F3-87E964953DC5}" dt="2026-01-05T16:50:05.529" v="321"/>
          <ac:spMkLst>
            <pc:docMk/>
            <pc:sldMk cId="3964137913" sldId="270"/>
            <ac:spMk id="31" creationId="{4097B6FA-6C73-92FC-B3B5-1BAD036CAB0C}"/>
          </ac:spMkLst>
        </pc:spChg>
        <pc:spChg chg="add mod">
          <ac:chgData name="Guest User" userId="S::urn:spo:tenantanon#44e3cf94-19c9-4e32-96c3-14f5bf01391a::" providerId="AD" clId="Web-{E18B3D63-C352-9B12-37F3-87E964953DC5}" dt="2026-01-05T16:51:13.639" v="349" actId="20577"/>
          <ac:spMkLst>
            <pc:docMk/>
            <pc:sldMk cId="3964137913" sldId="270"/>
            <ac:spMk id="33" creationId="{B25B453F-AB28-420B-E5C5-BCDBDC2BED1D}"/>
          </ac:spMkLst>
        </pc:spChg>
        <pc:spChg chg="add">
          <ac:chgData name="Guest User" userId="S::urn:spo:tenantanon#44e3cf94-19c9-4e32-96c3-14f5bf01391a::" providerId="AD" clId="Web-{E18B3D63-C352-9B12-37F3-87E964953DC5}" dt="2026-01-05T16:50:05.561" v="324"/>
          <ac:spMkLst>
            <pc:docMk/>
            <pc:sldMk cId="3964137913" sldId="270"/>
            <ac:spMk id="37" creationId="{6D201580-C436-9109-8B6E-9CE5044BAFBF}"/>
          </ac:spMkLst>
        </pc:spChg>
        <pc:picChg chg="add">
          <ac:chgData name="Guest User" userId="S::urn:spo:tenantanon#44e3cf94-19c9-4e32-96c3-14f5bf01391a::" providerId="AD" clId="Web-{E18B3D63-C352-9B12-37F3-87E964953DC5}" dt="2026-01-05T16:50:05.561" v="323"/>
          <ac:picMkLst>
            <pc:docMk/>
            <pc:sldMk cId="3964137913" sldId="270"/>
            <ac:picMk id="35" creationId="{EA980CFA-8DC6-D358-2B2A-68F69829653D}"/>
          </ac:picMkLst>
        </pc:picChg>
      </pc:sldChg>
      <pc:sldChg chg="addSp delSp modSp">
        <pc:chgData name="Guest User" userId="S::urn:spo:tenantanon#44e3cf94-19c9-4e32-96c3-14f5bf01391a::" providerId="AD" clId="Web-{E18B3D63-C352-9B12-37F3-87E964953DC5}" dt="2026-01-05T16:51:08.014" v="347" actId="20577"/>
        <pc:sldMkLst>
          <pc:docMk/>
          <pc:sldMk cId="484476159" sldId="271"/>
        </pc:sldMkLst>
        <pc:spChg chg="add">
          <ac:chgData name="Guest User" userId="S::urn:spo:tenantanon#44e3cf94-19c9-4e32-96c3-14f5bf01391a::" providerId="AD" clId="Web-{E18B3D63-C352-9B12-37F3-87E964953DC5}" dt="2026-01-05T16:50:01.342" v="317"/>
          <ac:spMkLst>
            <pc:docMk/>
            <pc:sldMk cId="484476159" sldId="271"/>
            <ac:spMk id="19" creationId="{DF54CC9D-C4B6-8A3A-41B2-223D859C735E}"/>
          </ac:spMkLst>
        </pc:spChg>
        <pc:spChg chg="add mod">
          <ac:chgData name="Guest User" userId="S::urn:spo:tenantanon#44e3cf94-19c9-4e32-96c3-14f5bf01391a::" providerId="AD" clId="Web-{E18B3D63-C352-9B12-37F3-87E964953DC5}" dt="2026-01-05T16:51:08.014" v="347" actId="20577"/>
          <ac:spMkLst>
            <pc:docMk/>
            <pc:sldMk cId="484476159" sldId="271"/>
            <ac:spMk id="21" creationId="{E7E4D0D9-DC06-33CC-422A-0FF262139ECD}"/>
          </ac:spMkLst>
        </pc:spChg>
        <pc:spChg chg="add">
          <ac:chgData name="Guest User" userId="S::urn:spo:tenantanon#44e3cf94-19c9-4e32-96c3-14f5bf01391a::" providerId="AD" clId="Web-{E18B3D63-C352-9B12-37F3-87E964953DC5}" dt="2026-01-05T16:50:01.389" v="320"/>
          <ac:spMkLst>
            <pc:docMk/>
            <pc:sldMk cId="484476159" sldId="271"/>
            <ac:spMk id="25" creationId="{7F66AA64-B3A0-C070-39DA-310DDCABC853}"/>
          </ac:spMkLst>
        </pc:spChg>
        <pc:picChg chg="add del mod">
          <ac:chgData name="Guest User" userId="S::urn:spo:tenantanon#44e3cf94-19c9-4e32-96c3-14f5bf01391a::" providerId="AD" clId="Web-{E18B3D63-C352-9B12-37F3-87E964953DC5}" dt="2026-01-05T16:22:48.820" v="95"/>
          <ac:picMkLst>
            <pc:docMk/>
            <pc:sldMk cId="484476159" sldId="271"/>
            <ac:picMk id="17" creationId="{F60FE221-0A8A-40B2-B43A-C50D9F7F4FF8}"/>
          </ac:picMkLst>
        </pc:picChg>
        <pc:picChg chg="add">
          <ac:chgData name="Guest User" userId="S::urn:spo:tenantanon#44e3cf94-19c9-4e32-96c3-14f5bf01391a::" providerId="AD" clId="Web-{E18B3D63-C352-9B12-37F3-87E964953DC5}" dt="2026-01-05T16:50:01.373" v="319"/>
          <ac:picMkLst>
            <pc:docMk/>
            <pc:sldMk cId="484476159" sldId="271"/>
            <ac:picMk id="23" creationId="{E7F6379C-A7FA-AF2E-1EA8-1AE8577C05D7}"/>
          </ac:picMkLst>
        </pc:picChg>
      </pc:sldChg>
      <pc:sldChg chg="addSp delSp modSp">
        <pc:chgData name="Guest User" userId="S::urn:spo:tenantanon#44e3cf94-19c9-4e32-96c3-14f5bf01391a::" providerId="AD" clId="Web-{E18B3D63-C352-9B12-37F3-87E964953DC5}" dt="2026-01-05T16:51:00.358" v="345" actId="20577"/>
        <pc:sldMkLst>
          <pc:docMk/>
          <pc:sldMk cId="1184288525" sldId="272"/>
        </pc:sldMkLst>
        <pc:spChg chg="ord">
          <ac:chgData name="Guest User" userId="S::urn:spo:tenantanon#44e3cf94-19c9-4e32-96c3-14f5bf01391a::" providerId="AD" clId="Web-{E18B3D63-C352-9B12-37F3-87E964953DC5}" dt="2026-01-05T16:20:10.318" v="84"/>
          <ac:spMkLst>
            <pc:docMk/>
            <pc:sldMk cId="1184288525" sldId="272"/>
            <ac:spMk id="18" creationId="{9F53E1FB-AA8B-ABF0-13A6-D6EF975CBCFD}"/>
          </ac:spMkLst>
        </pc:spChg>
        <pc:spChg chg="add">
          <ac:chgData name="Guest User" userId="S::urn:spo:tenantanon#44e3cf94-19c9-4e32-96c3-14f5bf01391a::" providerId="AD" clId="Web-{E18B3D63-C352-9B12-37F3-87E964953DC5}" dt="2026-01-05T16:49:53.748" v="313"/>
          <ac:spMkLst>
            <pc:docMk/>
            <pc:sldMk cId="1184288525" sldId="272"/>
            <ac:spMk id="21" creationId="{86403280-032C-8BA5-54AE-D8F03FE88E5B}"/>
          </ac:spMkLst>
        </pc:spChg>
        <pc:spChg chg="add mod">
          <ac:chgData name="Guest User" userId="S::urn:spo:tenantanon#44e3cf94-19c9-4e32-96c3-14f5bf01391a::" providerId="AD" clId="Web-{E18B3D63-C352-9B12-37F3-87E964953DC5}" dt="2026-01-05T16:51:00.358" v="345" actId="20577"/>
          <ac:spMkLst>
            <pc:docMk/>
            <pc:sldMk cId="1184288525" sldId="272"/>
            <ac:spMk id="23" creationId="{7DFC89AE-5220-6B5E-56C8-006F5256678E}"/>
          </ac:spMkLst>
        </pc:spChg>
        <pc:spChg chg="add">
          <ac:chgData name="Guest User" userId="S::urn:spo:tenantanon#44e3cf94-19c9-4e32-96c3-14f5bf01391a::" providerId="AD" clId="Web-{E18B3D63-C352-9B12-37F3-87E964953DC5}" dt="2026-01-05T16:49:53.779" v="316"/>
          <ac:spMkLst>
            <pc:docMk/>
            <pc:sldMk cId="1184288525" sldId="272"/>
            <ac:spMk id="27" creationId="{08B66823-D1FE-1A14-6473-A072A5FAE74E}"/>
          </ac:spMkLst>
        </pc:spChg>
        <pc:picChg chg="del">
          <ac:chgData name="Guest User" userId="S::urn:spo:tenantanon#44e3cf94-19c9-4e32-96c3-14f5bf01391a::" providerId="AD" clId="Web-{E18B3D63-C352-9B12-37F3-87E964953DC5}" dt="2026-01-05T16:19:55.474" v="81"/>
          <ac:picMkLst>
            <pc:docMk/>
            <pc:sldMk cId="1184288525" sldId="272"/>
            <ac:picMk id="3" creationId="{8ADFB333-E4A6-C9F8-E0B2-A0529618DA5B}"/>
          </ac:picMkLst>
        </pc:picChg>
        <pc:picChg chg="add mod ord modCrop">
          <ac:chgData name="Guest User" userId="S::urn:spo:tenantanon#44e3cf94-19c9-4e32-96c3-14f5bf01391a::" providerId="AD" clId="Web-{E18B3D63-C352-9B12-37F3-87E964953DC5}" dt="2026-01-05T16:21:40.631" v="90" actId="1076"/>
          <ac:picMkLst>
            <pc:docMk/>
            <pc:sldMk cId="1184288525" sldId="272"/>
            <ac:picMk id="19" creationId="{C1B1A686-7650-E94D-0A0D-B69427F6488C}"/>
          </ac:picMkLst>
        </pc:picChg>
        <pc:picChg chg="add">
          <ac:chgData name="Guest User" userId="S::urn:spo:tenantanon#44e3cf94-19c9-4e32-96c3-14f5bf01391a::" providerId="AD" clId="Web-{E18B3D63-C352-9B12-37F3-87E964953DC5}" dt="2026-01-05T16:49:53.764" v="315"/>
          <ac:picMkLst>
            <pc:docMk/>
            <pc:sldMk cId="1184288525" sldId="272"/>
            <ac:picMk id="25" creationId="{2203D2BA-9BBD-829D-8C2B-03E5C56EF65C}"/>
          </ac:picMkLst>
        </pc:picChg>
      </pc:sldChg>
      <pc:sldChg chg="addSp delSp modSp">
        <pc:chgData name="Guest User" userId="S::urn:spo:tenantanon#44e3cf94-19c9-4e32-96c3-14f5bf01391a::" providerId="AD" clId="Web-{E18B3D63-C352-9B12-37F3-87E964953DC5}" dt="2026-01-05T18:26:40.609" v="476" actId="1076"/>
        <pc:sldMkLst>
          <pc:docMk/>
          <pc:sldMk cId="2855883343" sldId="273"/>
        </pc:sldMkLst>
        <pc:spChg chg="mod">
          <ac:chgData name="Guest User" userId="S::urn:spo:tenantanon#44e3cf94-19c9-4e32-96c3-14f5bf01391a::" providerId="AD" clId="Web-{E18B3D63-C352-9B12-37F3-87E964953DC5}" dt="2026-01-05T18:25:13.479" v="453" actId="1076"/>
          <ac:spMkLst>
            <pc:docMk/>
            <pc:sldMk cId="2855883343" sldId="273"/>
            <ac:spMk id="3" creationId="{A3FB3CDF-0CCF-26B1-B587-75C1B7FA2B50}"/>
          </ac:spMkLst>
        </pc:spChg>
        <pc:spChg chg="del">
          <ac:chgData name="Guest User" userId="S::urn:spo:tenantanon#44e3cf94-19c9-4e32-96c3-14f5bf01391a::" providerId="AD" clId="Web-{E18B3D63-C352-9B12-37F3-87E964953DC5}" dt="2026-01-05T18:23:14.874" v="431"/>
          <ac:spMkLst>
            <pc:docMk/>
            <pc:sldMk cId="2855883343" sldId="273"/>
            <ac:spMk id="4" creationId="{2A6E327F-B113-D9ED-C275-8E3C45256A9A}"/>
          </ac:spMkLst>
        </pc:spChg>
        <pc:spChg chg="del">
          <ac:chgData name="Guest User" userId="S::urn:spo:tenantanon#44e3cf94-19c9-4e32-96c3-14f5bf01391a::" providerId="AD" clId="Web-{E18B3D63-C352-9B12-37F3-87E964953DC5}" dt="2026-01-05T18:23:13.796" v="430"/>
          <ac:spMkLst>
            <pc:docMk/>
            <pc:sldMk cId="2855883343" sldId="273"/>
            <ac:spMk id="5" creationId="{071E8AF4-2B4F-1414-20DF-B7837A8EE1FA}"/>
          </ac:spMkLst>
        </pc:spChg>
        <pc:spChg chg="mod">
          <ac:chgData name="Guest User" userId="S::urn:spo:tenantanon#44e3cf94-19c9-4e32-96c3-14f5bf01391a::" providerId="AD" clId="Web-{E18B3D63-C352-9B12-37F3-87E964953DC5}" dt="2026-01-05T18:26:40.609" v="476" actId="1076"/>
          <ac:spMkLst>
            <pc:docMk/>
            <pc:sldMk cId="2855883343" sldId="273"/>
            <ac:spMk id="6" creationId="{9286194E-B06E-F1B4-9E20-514EC12870CE}"/>
          </ac:spMkLst>
        </pc:spChg>
        <pc:spChg chg="del">
          <ac:chgData name="Guest User" userId="S::urn:spo:tenantanon#44e3cf94-19c9-4e32-96c3-14f5bf01391a::" providerId="AD" clId="Web-{E18B3D63-C352-9B12-37F3-87E964953DC5}" dt="2026-01-05T18:23:10.702" v="429"/>
          <ac:spMkLst>
            <pc:docMk/>
            <pc:sldMk cId="2855883343" sldId="273"/>
            <ac:spMk id="7" creationId="{30EF9C46-8903-512C-A04E-E3C5818D4E09}"/>
          </ac:spMkLst>
        </pc:spChg>
        <pc:spChg chg="del mod">
          <ac:chgData name="Guest User" userId="S::urn:spo:tenantanon#44e3cf94-19c9-4e32-96c3-14f5bf01391a::" providerId="AD" clId="Web-{E18B3D63-C352-9B12-37F3-87E964953DC5}" dt="2026-01-05T18:24:50.289" v="445"/>
          <ac:spMkLst>
            <pc:docMk/>
            <pc:sldMk cId="2855883343" sldId="273"/>
            <ac:spMk id="8" creationId="{59E04EFE-35DC-21EC-61B4-A41C3146A0E3}"/>
          </ac:spMkLst>
        </pc:spChg>
        <pc:spChg chg="del mod">
          <ac:chgData name="Guest User" userId="S::urn:spo:tenantanon#44e3cf94-19c9-4e32-96c3-14f5bf01391a::" providerId="AD" clId="Web-{E18B3D63-C352-9B12-37F3-87E964953DC5}" dt="2026-01-05T18:26:20.780" v="474"/>
          <ac:spMkLst>
            <pc:docMk/>
            <pc:sldMk cId="2855883343" sldId="273"/>
            <ac:spMk id="9" creationId="{200BC7D9-68CF-3DE3-8255-258B15715801}"/>
          </ac:spMkLst>
        </pc:spChg>
        <pc:spChg chg="del mod">
          <ac:chgData name="Guest User" userId="S::urn:spo:tenantanon#44e3cf94-19c9-4e32-96c3-14f5bf01391a::" providerId="AD" clId="Web-{E18B3D63-C352-9B12-37F3-87E964953DC5}" dt="2026-01-05T18:26:01.169" v="467"/>
          <ac:spMkLst>
            <pc:docMk/>
            <pc:sldMk cId="2855883343" sldId="273"/>
            <ac:spMk id="10" creationId="{04B36AB9-5341-C410-D3F0-160CF28A6F43}"/>
          </ac:spMkLst>
        </pc:spChg>
        <pc:spChg chg="del mod">
          <ac:chgData name="Guest User" userId="S::urn:spo:tenantanon#44e3cf94-19c9-4e32-96c3-14f5bf01391a::" providerId="AD" clId="Web-{E18B3D63-C352-9B12-37F3-87E964953DC5}" dt="2026-01-05T18:25:15.432" v="455"/>
          <ac:spMkLst>
            <pc:docMk/>
            <pc:sldMk cId="2855883343" sldId="273"/>
            <ac:spMk id="11" creationId="{BBE155EF-2541-CC89-00D8-124E3B2C0095}"/>
          </ac:spMkLst>
        </pc:spChg>
        <pc:spChg chg="del mod">
          <ac:chgData name="Guest User" userId="S::urn:spo:tenantanon#44e3cf94-19c9-4e32-96c3-14f5bf01391a::" providerId="AD" clId="Web-{E18B3D63-C352-9B12-37F3-87E964953DC5}" dt="2026-01-05T18:25:24.073" v="464"/>
          <ac:spMkLst>
            <pc:docMk/>
            <pc:sldMk cId="2855883343" sldId="273"/>
            <ac:spMk id="12" creationId="{E784BE5B-AE7C-8EE9-FF13-D179F5DDAC3D}"/>
          </ac:spMkLst>
        </pc:spChg>
        <pc:spChg chg="del">
          <ac:chgData name="Guest User" userId="S::urn:spo:tenantanon#44e3cf94-19c9-4e32-96c3-14f5bf01391a::" providerId="AD" clId="Web-{E18B3D63-C352-9B12-37F3-87E964953DC5}" dt="2026-01-05T18:25:24.073" v="463"/>
          <ac:spMkLst>
            <pc:docMk/>
            <pc:sldMk cId="2855883343" sldId="273"/>
            <ac:spMk id="13" creationId="{92D8AE62-234A-37FF-A419-A8E56DA25E8A}"/>
          </ac:spMkLst>
        </pc:spChg>
        <pc:spChg chg="del">
          <ac:chgData name="Guest User" userId="S::urn:spo:tenantanon#44e3cf94-19c9-4e32-96c3-14f5bf01391a::" providerId="AD" clId="Web-{E18B3D63-C352-9B12-37F3-87E964953DC5}" dt="2026-01-05T18:25:08.963" v="450"/>
          <ac:spMkLst>
            <pc:docMk/>
            <pc:sldMk cId="2855883343" sldId="273"/>
            <ac:spMk id="14" creationId="{F6F901A0-F111-0DF6-08E5-B611C7771780}"/>
          </ac:spMkLst>
        </pc:spChg>
        <pc:spChg chg="del">
          <ac:chgData name="Guest User" userId="S::urn:spo:tenantanon#44e3cf94-19c9-4e32-96c3-14f5bf01391a::" providerId="AD" clId="Web-{E18B3D63-C352-9B12-37F3-87E964953DC5}" dt="2026-01-05T18:25:04.822" v="448"/>
          <ac:spMkLst>
            <pc:docMk/>
            <pc:sldMk cId="2855883343" sldId="273"/>
            <ac:spMk id="15" creationId="{8A7E0D26-B81E-5980-8521-4AFC8A6174F9}"/>
          </ac:spMkLst>
        </pc:spChg>
        <pc:spChg chg="del">
          <ac:chgData name="Guest User" userId="S::urn:spo:tenantanon#44e3cf94-19c9-4e32-96c3-14f5bf01391a::" providerId="AD" clId="Web-{E18B3D63-C352-9B12-37F3-87E964953DC5}" dt="2026-01-05T18:25:24.073" v="462"/>
          <ac:spMkLst>
            <pc:docMk/>
            <pc:sldMk cId="2855883343" sldId="273"/>
            <ac:spMk id="16" creationId="{9C55113D-4A7C-BFC7-D8E7-4FBABA7AE658}"/>
          </ac:spMkLst>
        </pc:spChg>
        <pc:spChg chg="del">
          <ac:chgData name="Guest User" userId="S::urn:spo:tenantanon#44e3cf94-19c9-4e32-96c3-14f5bf01391a::" providerId="AD" clId="Web-{E18B3D63-C352-9B12-37F3-87E964953DC5}" dt="2026-01-05T18:25:10.744" v="452"/>
          <ac:spMkLst>
            <pc:docMk/>
            <pc:sldMk cId="2855883343" sldId="273"/>
            <ac:spMk id="17" creationId="{19840355-8C8D-3089-85AA-B5EBA17E5652}"/>
          </ac:spMkLst>
        </pc:spChg>
        <pc:spChg chg="del">
          <ac:chgData name="Guest User" userId="S::urn:spo:tenantanon#44e3cf94-19c9-4e32-96c3-14f5bf01391a::" providerId="AD" clId="Web-{E18B3D63-C352-9B12-37F3-87E964953DC5}" dt="2026-01-05T18:25:24.073" v="461"/>
          <ac:spMkLst>
            <pc:docMk/>
            <pc:sldMk cId="2855883343" sldId="273"/>
            <ac:spMk id="18" creationId="{15027552-AD29-397A-19FD-1053ACBDAC1E}"/>
          </ac:spMkLst>
        </pc:spChg>
        <pc:spChg chg="del">
          <ac:chgData name="Guest User" userId="S::urn:spo:tenantanon#44e3cf94-19c9-4e32-96c3-14f5bf01391a::" providerId="AD" clId="Web-{E18B3D63-C352-9B12-37F3-87E964953DC5}" dt="2026-01-05T18:25:09.978" v="451"/>
          <ac:spMkLst>
            <pc:docMk/>
            <pc:sldMk cId="2855883343" sldId="273"/>
            <ac:spMk id="19" creationId="{EB522D99-C610-9327-FDE4-9682AED636B7}"/>
          </ac:spMkLst>
        </pc:spChg>
        <pc:spChg chg="del">
          <ac:chgData name="Guest User" userId="S::urn:spo:tenantanon#44e3cf94-19c9-4e32-96c3-14f5bf01391a::" providerId="AD" clId="Web-{E18B3D63-C352-9B12-37F3-87E964953DC5}" dt="2026-01-05T18:25:07.416" v="449"/>
          <ac:spMkLst>
            <pc:docMk/>
            <pc:sldMk cId="2855883343" sldId="273"/>
            <ac:spMk id="20" creationId="{985BC45F-5F5F-5830-23BC-F60258DCD9A3}"/>
          </ac:spMkLst>
        </pc:spChg>
        <pc:spChg chg="del">
          <ac:chgData name="Guest User" userId="S::urn:spo:tenantanon#44e3cf94-19c9-4e32-96c3-14f5bf01391a::" providerId="AD" clId="Web-{E18B3D63-C352-9B12-37F3-87E964953DC5}" dt="2026-01-05T18:25:24.073" v="460"/>
          <ac:spMkLst>
            <pc:docMk/>
            <pc:sldMk cId="2855883343" sldId="273"/>
            <ac:spMk id="21" creationId="{12D0AB24-DCB2-EF04-947A-CDB4C1F6A896}"/>
          </ac:spMkLst>
        </pc:spChg>
        <pc:spChg chg="del">
          <ac:chgData name="Guest User" userId="S::urn:spo:tenantanon#44e3cf94-19c9-4e32-96c3-14f5bf01391a::" providerId="AD" clId="Web-{E18B3D63-C352-9B12-37F3-87E964953DC5}" dt="2026-01-05T18:25:24.073" v="459"/>
          <ac:spMkLst>
            <pc:docMk/>
            <pc:sldMk cId="2855883343" sldId="273"/>
            <ac:spMk id="22" creationId="{BD3A88F7-F7D3-42F2-7E96-B8579480B035}"/>
          </ac:spMkLst>
        </pc:spChg>
        <pc:spChg chg="add">
          <ac:chgData name="Guest User" userId="S::urn:spo:tenantanon#44e3cf94-19c9-4e32-96c3-14f5bf01391a::" providerId="AD" clId="Web-{E18B3D63-C352-9B12-37F3-87E964953DC5}" dt="2026-01-05T18:26:18.108" v="468"/>
          <ac:spMkLst>
            <pc:docMk/>
            <pc:sldMk cId="2855883343" sldId="273"/>
            <ac:spMk id="28" creationId="{8189A7D4-24DF-F7F7-15EE-632D64EF9D2A}"/>
          </ac:spMkLst>
        </pc:spChg>
        <pc:spChg chg="add del">
          <ac:chgData name="Guest User" userId="S::urn:spo:tenantanon#44e3cf94-19c9-4e32-96c3-14f5bf01391a::" providerId="AD" clId="Web-{E18B3D63-C352-9B12-37F3-87E964953DC5}" dt="2026-01-05T16:49:11.232" v="297"/>
          <ac:spMkLst>
            <pc:docMk/>
            <pc:sldMk cId="2855883343" sldId="273"/>
            <ac:spMk id="28" creationId="{96AAF1AC-6CD2-2324-4E0F-00E729AA34CE}"/>
          </ac:spMkLst>
        </pc:spChg>
        <pc:spChg chg="add">
          <ac:chgData name="Guest User" userId="S::urn:spo:tenantanon#44e3cf94-19c9-4e32-96c3-14f5bf01391a::" providerId="AD" clId="Web-{E18B3D63-C352-9B12-37F3-87E964953DC5}" dt="2026-01-05T18:26:18.108" v="469"/>
          <ac:spMkLst>
            <pc:docMk/>
            <pc:sldMk cId="2855883343" sldId="273"/>
            <ac:spMk id="30" creationId="{785A9DBF-11E9-162B-E739-6AA224E026BC}"/>
          </ac:spMkLst>
        </pc:spChg>
        <pc:spChg chg="add">
          <ac:chgData name="Guest User" userId="S::urn:spo:tenantanon#44e3cf94-19c9-4e32-96c3-14f5bf01391a::" providerId="AD" clId="Web-{E18B3D63-C352-9B12-37F3-87E964953DC5}" dt="2026-01-05T18:26:18.123" v="470"/>
          <ac:spMkLst>
            <pc:docMk/>
            <pc:sldMk cId="2855883343" sldId="273"/>
            <ac:spMk id="32" creationId="{0044DA9A-04E0-7C49-1BAF-02577164D78C}"/>
          </ac:spMkLst>
        </pc:spChg>
        <pc:spChg chg="add del">
          <ac:chgData name="Guest User" userId="S::urn:spo:tenantanon#44e3cf94-19c9-4e32-96c3-14f5bf01391a::" providerId="AD" clId="Web-{E18B3D63-C352-9B12-37F3-87E964953DC5}" dt="2026-01-05T16:49:11.232" v="295"/>
          <ac:spMkLst>
            <pc:docMk/>
            <pc:sldMk cId="2855883343" sldId="273"/>
            <ac:spMk id="32" creationId="{C623DD0B-43B2-F85F-B746-CF76027EF08E}"/>
          </ac:spMkLst>
        </pc:spChg>
        <pc:spChg chg="add">
          <ac:chgData name="Guest User" userId="S::urn:spo:tenantanon#44e3cf94-19c9-4e32-96c3-14f5bf01391a::" providerId="AD" clId="Web-{E18B3D63-C352-9B12-37F3-87E964953DC5}" dt="2026-01-05T16:49:46.529" v="309"/>
          <ac:spMkLst>
            <pc:docMk/>
            <pc:sldMk cId="2855883343" sldId="273"/>
            <ac:spMk id="34" creationId="{44A5ABF2-2E1C-B7A0-DC7C-F141CB08390B}"/>
          </ac:spMkLst>
        </pc:spChg>
        <pc:spChg chg="add">
          <ac:chgData name="Guest User" userId="S::urn:spo:tenantanon#44e3cf94-19c9-4e32-96c3-14f5bf01391a::" providerId="AD" clId="Web-{E18B3D63-C352-9B12-37F3-87E964953DC5}" dt="2026-01-05T18:26:18.123" v="471"/>
          <ac:spMkLst>
            <pc:docMk/>
            <pc:sldMk cId="2855883343" sldId="273"/>
            <ac:spMk id="35" creationId="{DCFFC3D6-F343-4EBF-43C5-F6F2AC81B771}"/>
          </ac:spMkLst>
        </pc:spChg>
        <pc:spChg chg="add mod">
          <ac:chgData name="Guest User" userId="S::urn:spo:tenantanon#44e3cf94-19c9-4e32-96c3-14f5bf01391a::" providerId="AD" clId="Web-{E18B3D63-C352-9B12-37F3-87E964953DC5}" dt="2026-01-05T16:50:54.952" v="344" actId="20577"/>
          <ac:spMkLst>
            <pc:docMk/>
            <pc:sldMk cId="2855883343" sldId="273"/>
            <ac:spMk id="36" creationId="{364FA4AA-B849-3233-3346-B38CA1148761}"/>
          </ac:spMkLst>
        </pc:spChg>
        <pc:spChg chg="add">
          <ac:chgData name="Guest User" userId="S::urn:spo:tenantanon#44e3cf94-19c9-4e32-96c3-14f5bf01391a::" providerId="AD" clId="Web-{E18B3D63-C352-9B12-37F3-87E964953DC5}" dt="2026-01-05T18:26:18.139" v="472"/>
          <ac:spMkLst>
            <pc:docMk/>
            <pc:sldMk cId="2855883343" sldId="273"/>
            <ac:spMk id="39" creationId="{71767140-640A-EFEC-8F43-61FC490C6B91}"/>
          </ac:spMkLst>
        </pc:spChg>
        <pc:spChg chg="add">
          <ac:chgData name="Guest User" userId="S::urn:spo:tenantanon#44e3cf94-19c9-4e32-96c3-14f5bf01391a::" providerId="AD" clId="Web-{E18B3D63-C352-9B12-37F3-87E964953DC5}" dt="2026-01-05T16:49:46.576" v="312"/>
          <ac:spMkLst>
            <pc:docMk/>
            <pc:sldMk cId="2855883343" sldId="273"/>
            <ac:spMk id="40" creationId="{B9140E19-D53A-5A5D-76B0-12F830B70468}"/>
          </ac:spMkLst>
        </pc:spChg>
        <pc:spChg chg="add">
          <ac:chgData name="Guest User" userId="S::urn:spo:tenantanon#44e3cf94-19c9-4e32-96c3-14f5bf01391a::" providerId="AD" clId="Web-{E18B3D63-C352-9B12-37F3-87E964953DC5}" dt="2026-01-05T18:26:18.155" v="473"/>
          <ac:spMkLst>
            <pc:docMk/>
            <pc:sldMk cId="2855883343" sldId="273"/>
            <ac:spMk id="42" creationId="{0CFC79B3-4D1D-4B8C-7D4E-AD256DEC36A6}"/>
          </ac:spMkLst>
        </pc:spChg>
        <pc:picChg chg="add del">
          <ac:chgData name="Guest User" userId="S::urn:spo:tenantanon#44e3cf94-19c9-4e32-96c3-14f5bf01391a::" providerId="AD" clId="Web-{E18B3D63-C352-9B12-37F3-87E964953DC5}" dt="2026-01-05T16:49:11.232" v="296"/>
          <ac:picMkLst>
            <pc:docMk/>
            <pc:sldMk cId="2855883343" sldId="273"/>
            <ac:picMk id="30" creationId="{89443065-B9B9-5782-47D0-7F729A40234A}"/>
          </ac:picMkLst>
        </pc:picChg>
        <pc:picChg chg="add">
          <ac:chgData name="Guest User" userId="S::urn:spo:tenantanon#44e3cf94-19c9-4e32-96c3-14f5bf01391a::" providerId="AD" clId="Web-{E18B3D63-C352-9B12-37F3-87E964953DC5}" dt="2026-01-05T16:49:46.561" v="311"/>
          <ac:picMkLst>
            <pc:docMk/>
            <pc:sldMk cId="2855883343" sldId="273"/>
            <ac:picMk id="38" creationId="{4CE26723-3E35-FC29-8780-392604EC3C0F}"/>
          </ac:picMkLst>
        </pc:picChg>
      </pc:sldChg>
      <pc:sldChg chg="addSp delSp modSp">
        <pc:chgData name="Guest User" userId="S::urn:spo:tenantanon#44e3cf94-19c9-4e32-96c3-14f5bf01391a::" providerId="AD" clId="Web-{E18B3D63-C352-9B12-37F3-87E964953DC5}" dt="2026-01-05T18:17:24.037" v="428" actId="20577"/>
        <pc:sldMkLst>
          <pc:docMk/>
          <pc:sldMk cId="3483905385" sldId="274"/>
        </pc:sldMkLst>
        <pc:spChg chg="mod">
          <ac:chgData name="Guest User" userId="S::urn:spo:tenantanon#44e3cf94-19c9-4e32-96c3-14f5bf01391a::" providerId="AD" clId="Web-{E18B3D63-C352-9B12-37F3-87E964953DC5}" dt="2026-01-05T16:27:07.997" v="177" actId="1076"/>
          <ac:spMkLst>
            <pc:docMk/>
            <pc:sldMk cId="3483905385" sldId="274"/>
            <ac:spMk id="2" creationId="{254E87FF-8072-D1A2-238B-E8C4AC6B0BBD}"/>
          </ac:spMkLst>
        </pc:spChg>
        <pc:spChg chg="add mod">
          <ac:chgData name="Guest User" userId="S::urn:spo:tenantanon#44e3cf94-19c9-4e32-96c3-14f5bf01391a::" providerId="AD" clId="Web-{E18B3D63-C352-9B12-37F3-87E964953DC5}" dt="2026-01-05T18:17:24.037" v="428" actId="20577"/>
          <ac:spMkLst>
            <pc:docMk/>
            <pc:sldMk cId="3483905385" sldId="274"/>
            <ac:spMk id="3" creationId="{FA98FD8C-48E2-EF56-C40A-A7581C846366}"/>
          </ac:spMkLst>
        </pc:spChg>
        <pc:spChg chg="del mod">
          <ac:chgData name="Guest User" userId="S::urn:spo:tenantanon#44e3cf94-19c9-4e32-96c3-14f5bf01391a::" providerId="AD" clId="Web-{E18B3D63-C352-9B12-37F3-87E964953DC5}" dt="2026-01-05T16:57:22.236" v="380"/>
          <ac:spMkLst>
            <pc:docMk/>
            <pc:sldMk cId="3483905385" sldId="274"/>
            <ac:spMk id="4" creationId="{3138AB7F-94B9-64F3-4C72-3A2B9926D09D}"/>
          </ac:spMkLst>
        </pc:spChg>
        <pc:spChg chg="del mod">
          <ac:chgData name="Guest User" userId="S::urn:spo:tenantanon#44e3cf94-19c9-4e32-96c3-14f5bf01391a::" providerId="AD" clId="Web-{E18B3D63-C352-9B12-37F3-87E964953DC5}" dt="2026-01-05T16:57:18.627" v="377"/>
          <ac:spMkLst>
            <pc:docMk/>
            <pc:sldMk cId="3483905385" sldId="274"/>
            <ac:spMk id="5" creationId="{F67DD795-8E08-09D9-C16B-26E50E88719A}"/>
          </ac:spMkLst>
        </pc:spChg>
        <pc:spChg chg="del mod">
          <ac:chgData name="Guest User" userId="S::urn:spo:tenantanon#44e3cf94-19c9-4e32-96c3-14f5bf01391a::" providerId="AD" clId="Web-{E18B3D63-C352-9B12-37F3-87E964953DC5}" dt="2026-01-05T16:57:19.580" v="378"/>
          <ac:spMkLst>
            <pc:docMk/>
            <pc:sldMk cId="3483905385" sldId="274"/>
            <ac:spMk id="6" creationId="{DA9420B5-7187-31B0-94F7-F05255E195B1}"/>
          </ac:spMkLst>
        </pc:spChg>
        <pc:spChg chg="del mod">
          <ac:chgData name="Guest User" userId="S::urn:spo:tenantanon#44e3cf94-19c9-4e32-96c3-14f5bf01391a::" providerId="AD" clId="Web-{E18B3D63-C352-9B12-37F3-87E964953DC5}" dt="2026-01-05T16:57:15.111" v="374"/>
          <ac:spMkLst>
            <pc:docMk/>
            <pc:sldMk cId="3483905385" sldId="274"/>
            <ac:spMk id="7" creationId="{DDE5A252-558E-4D04-7891-EEA7009D8FEF}"/>
          </ac:spMkLst>
        </pc:spChg>
        <pc:spChg chg="del mod">
          <ac:chgData name="Guest User" userId="S::urn:spo:tenantanon#44e3cf94-19c9-4e32-96c3-14f5bf01391a::" providerId="AD" clId="Web-{E18B3D63-C352-9B12-37F3-87E964953DC5}" dt="2026-01-05T16:57:20.799" v="379"/>
          <ac:spMkLst>
            <pc:docMk/>
            <pc:sldMk cId="3483905385" sldId="274"/>
            <ac:spMk id="8" creationId="{BF176820-D248-017C-657E-367526319B66}"/>
          </ac:spMkLst>
        </pc:spChg>
        <pc:spChg chg="del mod">
          <ac:chgData name="Guest User" userId="S::urn:spo:tenantanon#44e3cf94-19c9-4e32-96c3-14f5bf01391a::" providerId="AD" clId="Web-{E18B3D63-C352-9B12-37F3-87E964953DC5}" dt="2026-01-05T16:57:25.846" v="383"/>
          <ac:spMkLst>
            <pc:docMk/>
            <pc:sldMk cId="3483905385" sldId="274"/>
            <ac:spMk id="9" creationId="{2A7A5589-5224-D5C4-8EB4-6AB267E048DC}"/>
          </ac:spMkLst>
        </pc:spChg>
        <pc:spChg chg="del mod">
          <ac:chgData name="Guest User" userId="S::urn:spo:tenantanon#44e3cf94-19c9-4e32-96c3-14f5bf01391a::" providerId="AD" clId="Web-{E18B3D63-C352-9B12-37F3-87E964953DC5}" dt="2026-01-05T16:57:28.690" v="385"/>
          <ac:spMkLst>
            <pc:docMk/>
            <pc:sldMk cId="3483905385" sldId="274"/>
            <ac:spMk id="10" creationId="{32F20540-E61F-8971-6E74-D92E7FB87DEC}"/>
          </ac:spMkLst>
        </pc:spChg>
        <pc:spChg chg="del">
          <ac:chgData name="Guest User" userId="S::urn:spo:tenantanon#44e3cf94-19c9-4e32-96c3-14f5bf01391a::" providerId="AD" clId="Web-{E18B3D63-C352-9B12-37F3-87E964953DC5}" dt="2026-01-05T16:00:13.604" v="60"/>
          <ac:spMkLst>
            <pc:docMk/>
            <pc:sldMk cId="3483905385" sldId="274"/>
            <ac:spMk id="11" creationId="{F406EBCA-7E1B-6DDC-DC32-DF997293D313}"/>
          </ac:spMkLst>
        </pc:spChg>
        <pc:spChg chg="mod">
          <ac:chgData name="Guest User" userId="S::urn:spo:tenantanon#44e3cf94-19c9-4e32-96c3-14f5bf01391a::" providerId="AD" clId="Web-{E18B3D63-C352-9B12-37F3-87E964953DC5}" dt="2026-01-05T16:26:57.747" v="168" actId="1076"/>
          <ac:spMkLst>
            <pc:docMk/>
            <pc:sldMk cId="3483905385" sldId="274"/>
            <ac:spMk id="12" creationId="{552096BC-3B35-43D1-D66D-547776D905EF}"/>
          </ac:spMkLst>
        </pc:spChg>
        <pc:spChg chg="del mod">
          <ac:chgData name="Guest User" userId="S::urn:spo:tenantanon#44e3cf94-19c9-4e32-96c3-14f5bf01391a::" providerId="AD" clId="Web-{E18B3D63-C352-9B12-37F3-87E964953DC5}" dt="2026-01-05T16:57:02.564" v="365"/>
          <ac:spMkLst>
            <pc:docMk/>
            <pc:sldMk cId="3483905385" sldId="274"/>
            <ac:spMk id="13" creationId="{FAAD004A-BB17-E9C7-FE8C-387EDF3BD429}"/>
          </ac:spMkLst>
        </pc:spChg>
        <pc:spChg chg="del mod">
          <ac:chgData name="Guest User" userId="S::urn:spo:tenantanon#44e3cf94-19c9-4e32-96c3-14f5bf01391a::" providerId="AD" clId="Web-{E18B3D63-C352-9B12-37F3-87E964953DC5}" dt="2026-01-05T16:57:00.658" v="364"/>
          <ac:spMkLst>
            <pc:docMk/>
            <pc:sldMk cId="3483905385" sldId="274"/>
            <ac:spMk id="14" creationId="{1DDD00CC-4231-7825-6C2F-1D7DD8106213}"/>
          </ac:spMkLst>
        </pc:spChg>
        <pc:spChg chg="del mod">
          <ac:chgData name="Guest User" userId="S::urn:spo:tenantanon#44e3cf94-19c9-4e32-96c3-14f5bf01391a::" providerId="AD" clId="Web-{E18B3D63-C352-9B12-37F3-87E964953DC5}" dt="2026-01-05T16:57:07.658" v="369"/>
          <ac:spMkLst>
            <pc:docMk/>
            <pc:sldMk cId="3483905385" sldId="274"/>
            <ac:spMk id="15" creationId="{5B44491B-5839-3292-0E09-6C99CEA9BC91}"/>
          </ac:spMkLst>
        </pc:spChg>
        <pc:spChg chg="del mod">
          <ac:chgData name="Guest User" userId="S::urn:spo:tenantanon#44e3cf94-19c9-4e32-96c3-14f5bf01391a::" providerId="AD" clId="Web-{E18B3D63-C352-9B12-37F3-87E964953DC5}" dt="2026-01-05T16:57:09.267" v="370"/>
          <ac:spMkLst>
            <pc:docMk/>
            <pc:sldMk cId="3483905385" sldId="274"/>
            <ac:spMk id="16" creationId="{BE33C963-4B1D-8146-9F19-E5D67ADCDECA}"/>
          </ac:spMkLst>
        </pc:spChg>
        <pc:spChg chg="del">
          <ac:chgData name="Guest User" userId="S::urn:spo:tenantanon#44e3cf94-19c9-4e32-96c3-14f5bf01391a::" providerId="AD" clId="Web-{E18B3D63-C352-9B12-37F3-87E964953DC5}" dt="2026-01-05T16:23:45.618" v="97"/>
          <ac:spMkLst>
            <pc:docMk/>
            <pc:sldMk cId="3483905385" sldId="274"/>
            <ac:spMk id="17" creationId="{5B750507-3AC1-B386-1D59-02BEDA89CBB7}"/>
          </ac:spMkLst>
        </pc:spChg>
        <pc:spChg chg="del">
          <ac:chgData name="Guest User" userId="S::urn:spo:tenantanon#44e3cf94-19c9-4e32-96c3-14f5bf01391a::" providerId="AD" clId="Web-{E18B3D63-C352-9B12-37F3-87E964953DC5}" dt="2026-01-05T16:23:47.415" v="102"/>
          <ac:spMkLst>
            <pc:docMk/>
            <pc:sldMk cId="3483905385" sldId="274"/>
            <ac:spMk id="18" creationId="{25C0813A-876B-D416-4265-11A9276085F4}"/>
          </ac:spMkLst>
        </pc:spChg>
        <pc:spChg chg="del">
          <ac:chgData name="Guest User" userId="S::urn:spo:tenantanon#44e3cf94-19c9-4e32-96c3-14f5bf01391a::" providerId="AD" clId="Web-{E18B3D63-C352-9B12-37F3-87E964953DC5}" dt="2026-01-05T16:23:47.415" v="101"/>
          <ac:spMkLst>
            <pc:docMk/>
            <pc:sldMk cId="3483905385" sldId="274"/>
            <ac:spMk id="19" creationId="{E424BDF3-AEA6-CE38-7008-1DF9A9551DE9}"/>
          </ac:spMkLst>
        </pc:spChg>
        <pc:spChg chg="del mod">
          <ac:chgData name="Guest User" userId="S::urn:spo:tenantanon#44e3cf94-19c9-4e32-96c3-14f5bf01391a::" providerId="AD" clId="Web-{E18B3D63-C352-9B12-37F3-87E964953DC5}" dt="2026-01-05T16:57:03.376" v="366"/>
          <ac:spMkLst>
            <pc:docMk/>
            <pc:sldMk cId="3483905385" sldId="274"/>
            <ac:spMk id="20" creationId="{CA094135-7218-8943-1FEC-E16143C310BA}"/>
          </ac:spMkLst>
        </pc:spChg>
        <pc:spChg chg="del mod">
          <ac:chgData name="Guest User" userId="S::urn:spo:tenantanon#44e3cf94-19c9-4e32-96c3-14f5bf01391a::" providerId="AD" clId="Web-{E18B3D63-C352-9B12-37F3-87E964953DC5}" dt="2026-01-05T16:57:30.580" v="386"/>
          <ac:spMkLst>
            <pc:docMk/>
            <pc:sldMk cId="3483905385" sldId="274"/>
            <ac:spMk id="21" creationId="{3EA9B06B-717A-3642-A88E-110F17075BE5}"/>
          </ac:spMkLst>
        </pc:spChg>
        <pc:spChg chg="del mod">
          <ac:chgData name="Guest User" userId="S::urn:spo:tenantanon#44e3cf94-19c9-4e32-96c3-14f5bf01391a::" providerId="AD" clId="Web-{E18B3D63-C352-9B12-37F3-87E964953DC5}" dt="2026-01-05T16:57:32.190" v="387"/>
          <ac:spMkLst>
            <pc:docMk/>
            <pc:sldMk cId="3483905385" sldId="274"/>
            <ac:spMk id="22" creationId="{FB4DD3BC-FA8D-33CA-3A3B-FDD0CDD0DF6B}"/>
          </ac:spMkLst>
        </pc:spChg>
        <pc:spChg chg="del">
          <ac:chgData name="Guest User" userId="S::urn:spo:tenantanon#44e3cf94-19c9-4e32-96c3-14f5bf01391a::" providerId="AD" clId="Web-{E18B3D63-C352-9B12-37F3-87E964953DC5}" dt="2026-01-05T16:23:47.415" v="100"/>
          <ac:spMkLst>
            <pc:docMk/>
            <pc:sldMk cId="3483905385" sldId="274"/>
            <ac:spMk id="23" creationId="{02A9FB4D-D313-C175-F9DD-A3F6E4632A3B}"/>
          </ac:spMkLst>
        </pc:spChg>
        <pc:spChg chg="del">
          <ac:chgData name="Guest User" userId="S::urn:spo:tenantanon#44e3cf94-19c9-4e32-96c3-14f5bf01391a::" providerId="AD" clId="Web-{E18B3D63-C352-9B12-37F3-87E964953DC5}" dt="2026-01-05T16:23:47.415" v="99"/>
          <ac:spMkLst>
            <pc:docMk/>
            <pc:sldMk cId="3483905385" sldId="274"/>
            <ac:spMk id="24" creationId="{E7BE13D9-943A-A1FF-85FB-F1F480FBCD39}"/>
          </ac:spMkLst>
        </pc:spChg>
        <pc:spChg chg="del">
          <ac:chgData name="Guest User" userId="S::urn:spo:tenantanon#44e3cf94-19c9-4e32-96c3-14f5bf01391a::" providerId="AD" clId="Web-{E18B3D63-C352-9B12-37F3-87E964953DC5}" dt="2026-01-05T16:23:47.415" v="98"/>
          <ac:spMkLst>
            <pc:docMk/>
            <pc:sldMk cId="3483905385" sldId="274"/>
            <ac:spMk id="25" creationId="{C3EFE733-1F0B-A642-6EB1-48200508D60D}"/>
          </ac:spMkLst>
        </pc:spChg>
        <pc:spChg chg="add del">
          <ac:chgData name="Guest User" userId="S::urn:spo:tenantanon#44e3cf94-19c9-4e32-96c3-14f5bf01391a::" providerId="AD" clId="Web-{E18B3D63-C352-9B12-37F3-87E964953DC5}" dt="2026-01-05T16:49:15.076" v="300"/>
          <ac:spMkLst>
            <pc:docMk/>
            <pc:sldMk cId="3483905385" sldId="274"/>
            <ac:spMk id="31" creationId="{815CA019-CD5C-AE4A-3589-331C41E93F07}"/>
          </ac:spMkLst>
        </pc:spChg>
        <pc:spChg chg="add del">
          <ac:chgData name="Guest User" userId="S::urn:spo:tenantanon#44e3cf94-19c9-4e32-96c3-14f5bf01391a::" providerId="AD" clId="Web-{E18B3D63-C352-9B12-37F3-87E964953DC5}" dt="2026-01-05T16:49:15.076" v="298"/>
          <ac:spMkLst>
            <pc:docMk/>
            <pc:sldMk cId="3483905385" sldId="274"/>
            <ac:spMk id="35" creationId="{DA51A7DD-9C77-244B-EB05-6F4FF75B76F8}"/>
          </ac:spMkLst>
        </pc:spChg>
        <pc:spChg chg="add mod">
          <ac:chgData name="Guest User" userId="S::urn:spo:tenantanon#44e3cf94-19c9-4e32-96c3-14f5bf01391a::" providerId="AD" clId="Web-{E18B3D63-C352-9B12-37F3-87E964953DC5}" dt="2026-01-05T16:49:40.373" v="305" actId="1076"/>
          <ac:spMkLst>
            <pc:docMk/>
            <pc:sldMk cId="3483905385" sldId="274"/>
            <ac:spMk id="37" creationId="{44F55734-504D-E796-4947-FE5F6D835EC4}"/>
          </ac:spMkLst>
        </pc:spChg>
        <pc:spChg chg="add mod">
          <ac:chgData name="Guest User" userId="S::urn:spo:tenantanon#44e3cf94-19c9-4e32-96c3-14f5bf01391a::" providerId="AD" clId="Web-{E18B3D63-C352-9B12-37F3-87E964953DC5}" dt="2026-01-05T16:50:47.139" v="342" actId="20577"/>
          <ac:spMkLst>
            <pc:docMk/>
            <pc:sldMk cId="3483905385" sldId="274"/>
            <ac:spMk id="39" creationId="{373ED0BA-DF47-3B83-EF9B-8DB509E9A471}"/>
          </ac:spMkLst>
        </pc:spChg>
        <pc:spChg chg="add mod">
          <ac:chgData name="Guest User" userId="S::urn:spo:tenantanon#44e3cf94-19c9-4e32-96c3-14f5bf01391a::" providerId="AD" clId="Web-{E18B3D63-C352-9B12-37F3-87E964953DC5}" dt="2026-01-05T16:49:40.404" v="308" actId="1076"/>
          <ac:spMkLst>
            <pc:docMk/>
            <pc:sldMk cId="3483905385" sldId="274"/>
            <ac:spMk id="43" creationId="{1C8536D2-E2A9-7273-6D7B-93662ACD59C8}"/>
          </ac:spMkLst>
        </pc:spChg>
        <pc:picChg chg="del mod">
          <ac:chgData name="Guest User" userId="S::urn:spo:tenantanon#44e3cf94-19c9-4e32-96c3-14f5bf01391a::" providerId="AD" clId="Web-{E18B3D63-C352-9B12-37F3-87E964953DC5}" dt="2026-01-05T16:23:42.993" v="96"/>
          <ac:picMkLst>
            <pc:docMk/>
            <pc:sldMk cId="3483905385" sldId="274"/>
            <ac:picMk id="3" creationId="{F3C21337-B5A1-B999-E334-910B02A775C9}"/>
          </ac:picMkLst>
        </pc:picChg>
        <pc:picChg chg="add mod modCrop">
          <ac:chgData name="Guest User" userId="S::urn:spo:tenantanon#44e3cf94-19c9-4e32-96c3-14f5bf01391a::" providerId="AD" clId="Web-{E18B3D63-C352-9B12-37F3-87E964953DC5}" dt="2026-01-05T16:27:31.544" v="182" actId="14100"/>
          <ac:picMkLst>
            <pc:docMk/>
            <pc:sldMk cId="3483905385" sldId="274"/>
            <ac:picMk id="11" creationId="{DF94F96D-32D4-F7EC-9D82-DF3B8219E78B}"/>
          </ac:picMkLst>
        </pc:picChg>
        <pc:picChg chg="add del">
          <ac:chgData name="Guest User" userId="S::urn:spo:tenantanon#44e3cf94-19c9-4e32-96c3-14f5bf01391a::" providerId="AD" clId="Web-{E18B3D63-C352-9B12-37F3-87E964953DC5}" dt="2026-01-05T16:49:15.076" v="299"/>
          <ac:picMkLst>
            <pc:docMk/>
            <pc:sldMk cId="3483905385" sldId="274"/>
            <ac:picMk id="33" creationId="{2950A9B2-9352-03FC-17AD-D7FADEE5B98D}"/>
          </ac:picMkLst>
        </pc:picChg>
        <pc:picChg chg="add mod">
          <ac:chgData name="Guest User" userId="S::urn:spo:tenantanon#44e3cf94-19c9-4e32-96c3-14f5bf01391a::" providerId="AD" clId="Web-{E18B3D63-C352-9B12-37F3-87E964953DC5}" dt="2026-01-05T16:49:40.404" v="307" actId="1076"/>
          <ac:picMkLst>
            <pc:docMk/>
            <pc:sldMk cId="3483905385" sldId="274"/>
            <ac:picMk id="41" creationId="{9F694EBE-E98E-E175-683C-9203403F5FBA}"/>
          </ac:picMkLst>
        </pc:picChg>
      </pc:sldChg>
      <pc:sldChg chg="addSp delSp modSp">
        <pc:chgData name="Guest User" userId="S::urn:spo:tenantanon#44e3cf94-19c9-4e32-96c3-14f5bf01391a::" providerId="AD" clId="Web-{E18B3D63-C352-9B12-37F3-87E964953DC5}" dt="2026-01-05T16:48:40.904" v="288" actId="20577"/>
        <pc:sldMkLst>
          <pc:docMk/>
          <pc:sldMk cId="494855285" sldId="275"/>
        </pc:sldMkLst>
        <pc:spChg chg="mod">
          <ac:chgData name="Guest User" userId="S::urn:spo:tenantanon#44e3cf94-19c9-4e32-96c3-14f5bf01391a::" providerId="AD" clId="Web-{E18B3D63-C352-9B12-37F3-87E964953DC5}" dt="2026-01-05T16:30:59.843" v="184" actId="1076"/>
          <ac:spMkLst>
            <pc:docMk/>
            <pc:sldMk cId="494855285" sldId="275"/>
            <ac:spMk id="3" creationId="{8E333DD0-281E-1B6D-4A99-FAF81E227B95}"/>
          </ac:spMkLst>
        </pc:spChg>
        <pc:spChg chg="del">
          <ac:chgData name="Guest User" userId="S::urn:spo:tenantanon#44e3cf94-19c9-4e32-96c3-14f5bf01391a::" providerId="AD" clId="Web-{E18B3D63-C352-9B12-37F3-87E964953DC5}" dt="2026-01-05T16:31:29.718" v="198"/>
          <ac:spMkLst>
            <pc:docMk/>
            <pc:sldMk cId="494855285" sldId="275"/>
            <ac:spMk id="4" creationId="{DA67F444-7BE6-3A57-9176-1E4B7BEA2BE0}"/>
          </ac:spMkLst>
        </pc:spChg>
        <pc:spChg chg="del">
          <ac:chgData name="Guest User" userId="S::urn:spo:tenantanon#44e3cf94-19c9-4e32-96c3-14f5bf01391a::" providerId="AD" clId="Web-{E18B3D63-C352-9B12-37F3-87E964953DC5}" dt="2026-01-05T16:31:29.421" v="197"/>
          <ac:spMkLst>
            <pc:docMk/>
            <pc:sldMk cId="494855285" sldId="275"/>
            <ac:spMk id="5" creationId="{A3DD06CD-3845-B20B-08B7-4A080688C135}"/>
          </ac:spMkLst>
        </pc:spChg>
        <pc:spChg chg="mod">
          <ac:chgData name="Guest User" userId="S::urn:spo:tenantanon#44e3cf94-19c9-4e32-96c3-14f5bf01391a::" providerId="AD" clId="Web-{E18B3D63-C352-9B12-37F3-87E964953DC5}" dt="2026-01-05T16:31:13.499" v="188" actId="1076"/>
          <ac:spMkLst>
            <pc:docMk/>
            <pc:sldMk cId="494855285" sldId="275"/>
            <ac:spMk id="6" creationId="{4E6EE268-1486-980D-09C1-0F562BD56E36}"/>
          </ac:spMkLst>
        </pc:spChg>
        <pc:spChg chg="del">
          <ac:chgData name="Guest User" userId="S::urn:spo:tenantanon#44e3cf94-19c9-4e32-96c3-14f5bf01391a::" providerId="AD" clId="Web-{E18B3D63-C352-9B12-37F3-87E964953DC5}" dt="2026-01-05T16:31:09.452" v="187"/>
          <ac:spMkLst>
            <pc:docMk/>
            <pc:sldMk cId="494855285" sldId="275"/>
            <ac:spMk id="7" creationId="{47BCFE46-2054-8E49-74B3-93AEC59ABA15}"/>
          </ac:spMkLst>
        </pc:spChg>
        <pc:spChg chg="del">
          <ac:chgData name="Guest User" userId="S::urn:spo:tenantanon#44e3cf94-19c9-4e32-96c3-14f5bf01391a::" providerId="AD" clId="Web-{E18B3D63-C352-9B12-37F3-87E964953DC5}" dt="2026-01-05T16:31:09.452" v="186"/>
          <ac:spMkLst>
            <pc:docMk/>
            <pc:sldMk cId="494855285" sldId="275"/>
            <ac:spMk id="8" creationId="{49D41976-FD1B-4126-046E-A7F2FC60D0E0}"/>
          </ac:spMkLst>
        </pc:spChg>
        <pc:spChg chg="del">
          <ac:chgData name="Guest User" userId="S::urn:spo:tenantanon#44e3cf94-19c9-4e32-96c3-14f5bf01391a::" providerId="AD" clId="Web-{E18B3D63-C352-9B12-37F3-87E964953DC5}" dt="2026-01-05T16:31:09.452" v="185"/>
          <ac:spMkLst>
            <pc:docMk/>
            <pc:sldMk cId="494855285" sldId="275"/>
            <ac:spMk id="9" creationId="{513BCA7B-581B-C771-6BDC-D71EB3A6322E}"/>
          </ac:spMkLst>
        </pc:spChg>
        <pc:spChg chg="del">
          <ac:chgData name="Guest User" userId="S::urn:spo:tenantanon#44e3cf94-19c9-4e32-96c3-14f5bf01391a::" providerId="AD" clId="Web-{E18B3D63-C352-9B12-37F3-87E964953DC5}" dt="2026-01-05T16:31:22.999" v="193"/>
          <ac:spMkLst>
            <pc:docMk/>
            <pc:sldMk cId="494855285" sldId="275"/>
            <ac:spMk id="10" creationId="{51DB5BF1-70B3-3A8F-C9F6-AEFAEC908500}"/>
          </ac:spMkLst>
        </pc:spChg>
        <pc:spChg chg="del">
          <ac:chgData name="Guest User" userId="S::urn:spo:tenantanon#44e3cf94-19c9-4e32-96c3-14f5bf01391a::" providerId="AD" clId="Web-{E18B3D63-C352-9B12-37F3-87E964953DC5}" dt="2026-01-05T16:31:20.577" v="192"/>
          <ac:spMkLst>
            <pc:docMk/>
            <pc:sldMk cId="494855285" sldId="275"/>
            <ac:spMk id="11" creationId="{80D0C6AC-0E0B-078A-E1C1-5FF3E649A3B5}"/>
          </ac:spMkLst>
        </pc:spChg>
        <pc:spChg chg="del">
          <ac:chgData name="Guest User" userId="S::urn:spo:tenantanon#44e3cf94-19c9-4e32-96c3-14f5bf01391a::" providerId="AD" clId="Web-{E18B3D63-C352-9B12-37F3-87E964953DC5}" dt="2026-01-05T16:31:23.624" v="194"/>
          <ac:spMkLst>
            <pc:docMk/>
            <pc:sldMk cId="494855285" sldId="275"/>
            <ac:spMk id="12" creationId="{EEE7B381-C164-C0FB-6EEA-41FA2C86EDE9}"/>
          </ac:spMkLst>
        </pc:spChg>
        <pc:spChg chg="del">
          <ac:chgData name="Guest User" userId="S::urn:spo:tenantanon#44e3cf94-19c9-4e32-96c3-14f5bf01391a::" providerId="AD" clId="Web-{E18B3D63-C352-9B12-37F3-87E964953DC5}" dt="2026-01-05T16:31:20.577" v="191"/>
          <ac:spMkLst>
            <pc:docMk/>
            <pc:sldMk cId="494855285" sldId="275"/>
            <ac:spMk id="13" creationId="{7A4CE840-F960-13FB-B78A-51EB979BFB40}"/>
          </ac:spMkLst>
        </pc:spChg>
        <pc:spChg chg="del">
          <ac:chgData name="Guest User" userId="S::urn:spo:tenantanon#44e3cf94-19c9-4e32-96c3-14f5bf01391a::" providerId="AD" clId="Web-{E18B3D63-C352-9B12-37F3-87E964953DC5}" dt="2026-01-05T16:31:24.249" v="195"/>
          <ac:spMkLst>
            <pc:docMk/>
            <pc:sldMk cId="494855285" sldId="275"/>
            <ac:spMk id="14" creationId="{4798B9A0-EA37-282E-BC6F-66EADC518BBF}"/>
          </ac:spMkLst>
        </pc:spChg>
        <pc:spChg chg="del">
          <ac:chgData name="Guest User" userId="S::urn:spo:tenantanon#44e3cf94-19c9-4e32-96c3-14f5bf01391a::" providerId="AD" clId="Web-{E18B3D63-C352-9B12-37F3-87E964953DC5}" dt="2026-01-05T16:31:20.577" v="190"/>
          <ac:spMkLst>
            <pc:docMk/>
            <pc:sldMk cId="494855285" sldId="275"/>
            <ac:spMk id="15" creationId="{B189278B-A3AD-20DE-EE8C-3057C0102539}"/>
          </ac:spMkLst>
        </pc:spChg>
        <pc:spChg chg="del">
          <ac:chgData name="Guest User" userId="S::urn:spo:tenantanon#44e3cf94-19c9-4e32-96c3-14f5bf01391a::" providerId="AD" clId="Web-{E18B3D63-C352-9B12-37F3-87E964953DC5}" dt="2026-01-05T16:31:24.874" v="196"/>
          <ac:spMkLst>
            <pc:docMk/>
            <pc:sldMk cId="494855285" sldId="275"/>
            <ac:spMk id="16" creationId="{6C47391C-CFCE-A521-2EDE-1458F0A87810}"/>
          </ac:spMkLst>
        </pc:spChg>
        <pc:spChg chg="del">
          <ac:chgData name="Guest User" userId="S::urn:spo:tenantanon#44e3cf94-19c9-4e32-96c3-14f5bf01391a::" providerId="AD" clId="Web-{E18B3D63-C352-9B12-37F3-87E964953DC5}" dt="2026-01-05T16:31:20.577" v="189"/>
          <ac:spMkLst>
            <pc:docMk/>
            <pc:sldMk cId="494855285" sldId="275"/>
            <ac:spMk id="17" creationId="{8DFE0A34-CBC4-C2E4-7C12-0A5EBAFA8CD7}"/>
          </ac:spMkLst>
        </pc:spChg>
        <pc:spChg chg="add del">
          <ac:chgData name="Guest User" userId="S::urn:spo:tenantanon#44e3cf94-19c9-4e32-96c3-14f5bf01391a::" providerId="AD" clId="Web-{E18B3D63-C352-9B12-37F3-87E964953DC5}" dt="2026-01-05T16:47:18.482" v="215"/>
          <ac:spMkLst>
            <pc:docMk/>
            <pc:sldMk cId="494855285" sldId="275"/>
            <ac:spMk id="24" creationId="{5528A7A4-59FF-25EE-E4CE-C130122DCC8A}"/>
          </ac:spMkLst>
        </pc:spChg>
        <pc:spChg chg="add del">
          <ac:chgData name="Guest User" userId="S::urn:spo:tenantanon#44e3cf94-19c9-4e32-96c3-14f5bf01391a::" providerId="AD" clId="Web-{E18B3D63-C352-9B12-37F3-87E964953DC5}" dt="2026-01-05T16:47:18.482" v="214"/>
          <ac:spMkLst>
            <pc:docMk/>
            <pc:sldMk cId="494855285" sldId="275"/>
            <ac:spMk id="26" creationId="{5DB1038C-48EA-FF8F-A56D-FF768D7B41A7}"/>
          </ac:spMkLst>
        </pc:spChg>
        <pc:spChg chg="add del">
          <ac:chgData name="Guest User" userId="S::urn:spo:tenantanon#44e3cf94-19c9-4e32-96c3-14f5bf01391a::" providerId="AD" clId="Web-{E18B3D63-C352-9B12-37F3-87E964953DC5}" dt="2026-01-05T16:47:18.482" v="212"/>
          <ac:spMkLst>
            <pc:docMk/>
            <pc:sldMk cId="494855285" sldId="275"/>
            <ac:spMk id="30" creationId="{30130E4F-6988-9BDA-F568-FF99F86E5C02}"/>
          </ac:spMkLst>
        </pc:spChg>
        <pc:spChg chg="add del mod">
          <ac:chgData name="Guest User" userId="S::urn:spo:tenantanon#44e3cf94-19c9-4e32-96c3-14f5bf01391a::" providerId="AD" clId="Web-{E18B3D63-C352-9B12-37F3-87E964953DC5}" dt="2026-01-05T16:47:32.247" v="233"/>
          <ac:spMkLst>
            <pc:docMk/>
            <pc:sldMk cId="494855285" sldId="275"/>
            <ac:spMk id="32" creationId="{A3166B87-DC70-085C-11DE-F55FAB42733D}"/>
          </ac:spMkLst>
        </pc:spChg>
        <pc:spChg chg="add del mod">
          <ac:chgData name="Guest User" userId="S::urn:spo:tenantanon#44e3cf94-19c9-4e32-96c3-14f5bf01391a::" providerId="AD" clId="Web-{E18B3D63-C352-9B12-37F3-87E964953DC5}" dt="2026-01-05T16:47:32.247" v="232"/>
          <ac:spMkLst>
            <pc:docMk/>
            <pc:sldMk cId="494855285" sldId="275"/>
            <ac:spMk id="34" creationId="{8B48ADA4-2D7B-1C4C-E507-F7AB1E75747E}"/>
          </ac:spMkLst>
        </pc:spChg>
        <pc:spChg chg="add del mod">
          <ac:chgData name="Guest User" userId="S::urn:spo:tenantanon#44e3cf94-19c9-4e32-96c3-14f5bf01391a::" providerId="AD" clId="Web-{E18B3D63-C352-9B12-37F3-87E964953DC5}" dt="2026-01-05T16:47:32.247" v="230"/>
          <ac:spMkLst>
            <pc:docMk/>
            <pc:sldMk cId="494855285" sldId="275"/>
            <ac:spMk id="38" creationId="{196C72BF-7372-E005-9D71-EB94C951AC9B}"/>
          </ac:spMkLst>
        </pc:spChg>
        <pc:spChg chg="add del">
          <ac:chgData name="Guest User" userId="S::urn:spo:tenantanon#44e3cf94-19c9-4e32-96c3-14f5bf01391a::" providerId="AD" clId="Web-{E18B3D63-C352-9B12-37F3-87E964953DC5}" dt="2026-01-05T16:47:35.138" v="235"/>
          <ac:spMkLst>
            <pc:docMk/>
            <pc:sldMk cId="494855285" sldId="275"/>
            <ac:spMk id="39" creationId="{ECD30901-62AC-B05A-B5AB-90F6135D6B63}"/>
          </ac:spMkLst>
        </pc:spChg>
        <pc:spChg chg="add mod">
          <ac:chgData name="Guest User" userId="S::urn:spo:tenantanon#44e3cf94-19c9-4e32-96c3-14f5bf01391a::" providerId="AD" clId="Web-{E18B3D63-C352-9B12-37F3-87E964953DC5}" dt="2026-01-05T16:48:00.091" v="244" actId="1076"/>
          <ac:spMkLst>
            <pc:docMk/>
            <pc:sldMk cId="494855285" sldId="275"/>
            <ac:spMk id="41" creationId="{4D4EB2C3-AFA8-8878-9E32-894E9FF906B9}"/>
          </ac:spMkLst>
        </pc:spChg>
        <pc:spChg chg="add mod">
          <ac:chgData name="Guest User" userId="S::urn:spo:tenantanon#44e3cf94-19c9-4e32-96c3-14f5bf01391a::" providerId="AD" clId="Web-{E18B3D63-C352-9B12-37F3-87E964953DC5}" dt="2026-01-05T16:48:40.904" v="288" actId="20577"/>
          <ac:spMkLst>
            <pc:docMk/>
            <pc:sldMk cId="494855285" sldId="275"/>
            <ac:spMk id="43" creationId="{7380FF05-ECAE-1C8D-3108-AC270971E64C}"/>
          </ac:spMkLst>
        </pc:spChg>
        <pc:spChg chg="add mod">
          <ac:chgData name="Guest User" userId="S::urn:spo:tenantanon#44e3cf94-19c9-4e32-96c3-14f5bf01391a::" providerId="AD" clId="Web-{E18B3D63-C352-9B12-37F3-87E964953DC5}" dt="2026-01-05T16:48:36.170" v="285" actId="20577"/>
          <ac:spMkLst>
            <pc:docMk/>
            <pc:sldMk cId="494855285" sldId="275"/>
            <ac:spMk id="47" creationId="{0362744C-0A55-1736-763A-FF78A40E4F81}"/>
          </ac:spMkLst>
        </pc:spChg>
        <pc:picChg chg="add del mod">
          <ac:chgData name="Guest User" userId="S::urn:spo:tenantanon#44e3cf94-19c9-4e32-96c3-14f5bf01391a::" providerId="AD" clId="Web-{E18B3D63-C352-9B12-37F3-87E964953DC5}" dt="2026-01-05T16:47:09.482" v="207"/>
          <ac:picMkLst>
            <pc:docMk/>
            <pc:sldMk cId="494855285" sldId="275"/>
            <ac:picMk id="22" creationId="{2A6F6698-8C36-A6AD-3346-8A4E83F79022}"/>
          </ac:picMkLst>
        </pc:picChg>
        <pc:picChg chg="add del">
          <ac:chgData name="Guest User" userId="S::urn:spo:tenantanon#44e3cf94-19c9-4e32-96c3-14f5bf01391a::" providerId="AD" clId="Web-{E18B3D63-C352-9B12-37F3-87E964953DC5}" dt="2026-01-05T16:47:18.482" v="213"/>
          <ac:picMkLst>
            <pc:docMk/>
            <pc:sldMk cId="494855285" sldId="275"/>
            <ac:picMk id="28" creationId="{6BBB0FA6-DA75-45A8-BC70-8D227B1B578F}"/>
          </ac:picMkLst>
        </pc:picChg>
        <pc:picChg chg="add del mod">
          <ac:chgData name="Guest User" userId="S::urn:spo:tenantanon#44e3cf94-19c9-4e32-96c3-14f5bf01391a::" providerId="AD" clId="Web-{E18B3D63-C352-9B12-37F3-87E964953DC5}" dt="2026-01-05T16:47:32.247" v="231"/>
          <ac:picMkLst>
            <pc:docMk/>
            <pc:sldMk cId="494855285" sldId="275"/>
            <ac:picMk id="36" creationId="{D9672EB0-2021-B92D-B927-0520BDFDC58E}"/>
          </ac:picMkLst>
        </pc:picChg>
        <pc:picChg chg="add mod">
          <ac:chgData name="Guest User" userId="S::urn:spo:tenantanon#44e3cf94-19c9-4e32-96c3-14f5bf01391a::" providerId="AD" clId="Web-{E18B3D63-C352-9B12-37F3-87E964953DC5}" dt="2026-01-05T16:48:00.107" v="246" actId="1076"/>
          <ac:picMkLst>
            <pc:docMk/>
            <pc:sldMk cId="494855285" sldId="275"/>
            <ac:picMk id="45" creationId="{12B73376-ABB4-43F9-A91A-5640D85AB61F}"/>
          </ac:picMkLst>
        </pc:picChg>
      </pc:sldChg>
      <pc:sldChg chg="modSp">
        <pc:chgData name="Guest User" userId="S::urn:spo:tenantanon#44e3cf94-19c9-4e32-96c3-14f5bf01391a::" providerId="AD" clId="Web-{E18B3D63-C352-9B12-37F3-87E964953DC5}" dt="2026-01-05T16:46:53.138" v="206" actId="1076"/>
        <pc:sldMkLst>
          <pc:docMk/>
          <pc:sldMk cId="1620408964" sldId="298"/>
        </pc:sldMkLst>
        <pc:spChg chg="mod">
          <ac:chgData name="Guest User" userId="S::urn:spo:tenantanon#44e3cf94-19c9-4e32-96c3-14f5bf01391a::" providerId="AD" clId="Web-{E18B3D63-C352-9B12-37F3-87E964953DC5}" dt="2026-01-05T16:46:53.138" v="206" actId="1076"/>
          <ac:spMkLst>
            <pc:docMk/>
            <pc:sldMk cId="1620408964" sldId="298"/>
            <ac:spMk id="3" creationId="{0529DFC6-21A1-46E4-6B09-A3A8380EC17C}"/>
          </ac:spMkLst>
        </pc:spChg>
      </pc:sldChg>
    </pc:docChg>
  </pc:docChgLst>
  <pc:docChgLst>
    <pc:chgData name="Guest User" userId="S::urn:spo:tenantanon#44e3cf94-19c9-4e32-96c3-14f5bf01391a::" providerId="AD" clId="Web-{2F6028F4-367F-FED0-971E-723B0470200B}"/>
    <pc:docChg chg="modSld">
      <pc:chgData name="Guest User" userId="S::urn:spo:tenantanon#44e3cf94-19c9-4e32-96c3-14f5bf01391a::" providerId="AD" clId="Web-{2F6028F4-367F-FED0-971E-723B0470200B}" dt="2026-01-06T03:42:38.751" v="0" actId="1076"/>
      <pc:docMkLst>
        <pc:docMk/>
      </pc:docMkLst>
      <pc:sldChg chg="modSp">
        <pc:chgData name="Guest User" userId="S::urn:spo:tenantanon#44e3cf94-19c9-4e32-96c3-14f5bf01391a::" providerId="AD" clId="Web-{2F6028F4-367F-FED0-971E-723B0470200B}" dt="2026-01-06T03:42:38.751" v="0" actId="1076"/>
        <pc:sldMkLst>
          <pc:docMk/>
          <pc:sldMk cId="2855883343" sldId="273"/>
        </pc:sldMkLst>
        <pc:spChg chg="mod">
          <ac:chgData name="Guest User" userId="S::urn:spo:tenantanon#44e3cf94-19c9-4e32-96c3-14f5bf01391a::" providerId="AD" clId="Web-{2F6028F4-367F-FED0-971E-723B0470200B}" dt="2026-01-06T03:42:38.751" v="0" actId="1076"/>
          <ac:spMkLst>
            <pc:docMk/>
            <pc:sldMk cId="2855883343" sldId="273"/>
            <ac:spMk id="39" creationId="{71767140-640A-EFEC-8F43-61FC490C6B91}"/>
          </ac:spMkLst>
        </pc:spChg>
      </pc:sldChg>
    </pc:docChg>
  </pc:docChgLst>
  <pc:docChgLst>
    <pc:chgData name="BANDARANAYAKE .B.G.W.T.N it22247018" userId="S::it22247018@my.sliit.lk::ad638593-24e3-48fe-8a68-665fdcc3a8ae" providerId="AD" clId="Web-{73A3C8BE-C9B0-7528-F851-95A56D499040}"/>
    <pc:docChg chg="addSld delSld modSld sldOrd">
      <pc:chgData name="BANDARANAYAKE .B.G.W.T.N it22247018" userId="S::it22247018@my.sliit.lk::ad638593-24e3-48fe-8a68-665fdcc3a8ae" providerId="AD" clId="Web-{73A3C8BE-C9B0-7528-F851-95A56D499040}" dt="2026-01-06T07:42:05.888" v="654" actId="20577"/>
      <pc:docMkLst>
        <pc:docMk/>
      </pc:docMkLst>
      <pc:sldChg chg="addSp delSp modSp">
        <pc:chgData name="BANDARANAYAKE .B.G.W.T.N it22247018" userId="S::it22247018@my.sliit.lk::ad638593-24e3-48fe-8a68-665fdcc3a8ae" providerId="AD" clId="Web-{73A3C8BE-C9B0-7528-F851-95A56D499040}" dt="2026-01-06T07:26:34.268" v="437" actId="20577"/>
        <pc:sldMkLst>
          <pc:docMk/>
          <pc:sldMk cId="0" sldId="256"/>
        </pc:sldMkLst>
        <pc:spChg chg="mod">
          <ac:chgData name="BANDARANAYAKE .B.G.W.T.N it22247018" userId="S::it22247018@my.sliit.lk::ad638593-24e3-48fe-8a68-665fdcc3a8ae" providerId="AD" clId="Web-{73A3C8BE-C9B0-7528-F851-95A56D499040}" dt="2026-01-06T05:03:05.219" v="103" actId="1076"/>
          <ac:spMkLst>
            <pc:docMk/>
            <pc:sldMk cId="0" sldId="256"/>
            <ac:spMk id="3" creationId="{00000000-0000-0000-0000-000000000000}"/>
          </ac:spMkLst>
        </pc:spChg>
        <pc:spChg chg="del">
          <ac:chgData name="BANDARANAYAKE .B.G.W.T.N it22247018" userId="S::it22247018@my.sliit.lk::ad638593-24e3-48fe-8a68-665fdcc3a8ae" providerId="AD" clId="Web-{73A3C8BE-C9B0-7528-F851-95A56D499040}" dt="2026-01-06T05:04:53.315" v="122"/>
          <ac:spMkLst>
            <pc:docMk/>
            <pc:sldMk cId="0" sldId="256"/>
            <ac:spMk id="4" creationId="{00000000-0000-0000-0000-000000000000}"/>
          </ac:spMkLst>
        </pc:spChg>
        <pc:spChg chg="mod">
          <ac:chgData name="BANDARANAYAKE .B.G.W.T.N it22247018" userId="S::it22247018@my.sliit.lk::ad638593-24e3-48fe-8a68-665fdcc3a8ae" providerId="AD" clId="Web-{73A3C8BE-C9B0-7528-F851-95A56D499040}" dt="2026-01-06T05:04:55.472" v="123" actId="1076"/>
          <ac:spMkLst>
            <pc:docMk/>
            <pc:sldMk cId="0" sldId="256"/>
            <ac:spMk id="6" creationId="{00000000-0000-0000-0000-000000000000}"/>
          </ac:spMkLst>
        </pc:spChg>
        <pc:spChg chg="del mod">
          <ac:chgData name="BANDARANAYAKE .B.G.W.T.N it22247018" userId="S::it22247018@my.sliit.lk::ad638593-24e3-48fe-8a68-665fdcc3a8ae" providerId="AD" clId="Web-{73A3C8BE-C9B0-7528-F851-95A56D499040}" dt="2026-01-06T05:02:38.297" v="93"/>
          <ac:spMkLst>
            <pc:docMk/>
            <pc:sldMk cId="0" sldId="256"/>
            <ac:spMk id="7" creationId="{00000000-0000-0000-0000-000000000000}"/>
          </ac:spMkLst>
        </pc:spChg>
        <pc:spChg chg="add del">
          <ac:chgData name="BANDARANAYAKE .B.G.W.T.N it22247018" userId="S::it22247018@my.sliit.lk::ad638593-24e3-48fe-8a68-665fdcc3a8ae" providerId="AD" clId="Web-{73A3C8BE-C9B0-7528-F851-95A56D499040}" dt="2026-01-06T07:18:38.543" v="291"/>
          <ac:spMkLst>
            <pc:docMk/>
            <pc:sldMk cId="0" sldId="256"/>
            <ac:spMk id="7" creationId="{3FE7DCCA-E119-617B-3989-3EF4E76B63DA}"/>
          </ac:spMkLst>
        </pc:spChg>
        <pc:spChg chg="del">
          <ac:chgData name="BANDARANAYAKE .B.G.W.T.N it22247018" userId="S::it22247018@my.sliit.lk::ad638593-24e3-48fe-8a68-665fdcc3a8ae" providerId="AD" clId="Web-{73A3C8BE-C9B0-7528-F851-95A56D499040}" dt="2026-01-06T05:02:40.891" v="94"/>
          <ac:spMkLst>
            <pc:docMk/>
            <pc:sldMk cId="0" sldId="256"/>
            <ac:spMk id="8" creationId="{00000000-0000-0000-0000-000000000000}"/>
          </ac:spMkLst>
        </pc:spChg>
        <pc:spChg chg="del">
          <ac:chgData name="BANDARANAYAKE .B.G.W.T.N it22247018" userId="S::it22247018@my.sliit.lk::ad638593-24e3-48fe-8a68-665fdcc3a8ae" providerId="AD" clId="Web-{73A3C8BE-C9B0-7528-F851-95A56D499040}" dt="2026-01-06T05:02:42.125" v="95"/>
          <ac:spMkLst>
            <pc:docMk/>
            <pc:sldMk cId="0" sldId="256"/>
            <ac:spMk id="9" creationId="{00000000-0000-0000-0000-000000000000}"/>
          </ac:spMkLst>
        </pc:spChg>
        <pc:spChg chg="add mod">
          <ac:chgData name="BANDARANAYAKE .B.G.W.T.N it22247018" userId="S::it22247018@my.sliit.lk::ad638593-24e3-48fe-8a68-665fdcc3a8ae" providerId="AD" clId="Web-{73A3C8BE-C9B0-7528-F851-95A56D499040}" dt="2026-01-06T07:19:00.872" v="293" actId="1076"/>
          <ac:spMkLst>
            <pc:docMk/>
            <pc:sldMk cId="0" sldId="256"/>
            <ac:spMk id="9" creationId="{122ED088-96E1-45DA-D956-9C245EF52849}"/>
          </ac:spMkLst>
        </pc:spChg>
        <pc:spChg chg="mod">
          <ac:chgData name="BANDARANAYAKE .B.G.W.T.N it22247018" userId="S::it22247018@my.sliit.lk::ad638593-24e3-48fe-8a68-665fdcc3a8ae" providerId="AD" clId="Web-{73A3C8BE-C9B0-7528-F851-95A56D499040}" dt="2026-01-06T06:16:11.831" v="173" actId="20577"/>
          <ac:spMkLst>
            <pc:docMk/>
            <pc:sldMk cId="0" sldId="256"/>
            <ac:spMk id="20" creationId="{00000000-0000-0000-0000-000000000000}"/>
          </ac:spMkLst>
        </pc:spChg>
        <pc:spChg chg="add mod">
          <ac:chgData name="BANDARANAYAKE .B.G.W.T.N it22247018" userId="S::it22247018@my.sliit.lk::ad638593-24e3-48fe-8a68-665fdcc3a8ae" providerId="AD" clId="Web-{73A3C8BE-C9B0-7528-F851-95A56D499040}" dt="2026-01-06T07:26:34.268" v="437" actId="20577"/>
          <ac:spMkLst>
            <pc:docMk/>
            <pc:sldMk cId="0" sldId="256"/>
            <ac:spMk id="25" creationId="{D3258610-0BA5-4C41-77E5-B655AE1F0F15}"/>
          </ac:spMkLst>
        </pc:spChg>
        <pc:picChg chg="add mod modCrop">
          <ac:chgData name="BANDARANAYAKE .B.G.W.T.N it22247018" userId="S::it22247018@my.sliit.lk::ad638593-24e3-48fe-8a68-665fdcc3a8ae" providerId="AD" clId="Web-{73A3C8BE-C9B0-7528-F851-95A56D499040}" dt="2026-01-06T06:16:03.784" v="169" actId="1076"/>
          <ac:picMkLst>
            <pc:docMk/>
            <pc:sldMk cId="0" sldId="256"/>
            <ac:picMk id="22" creationId="{D2D2A2DC-C3D3-75A1-BF87-17A90B50D65B}"/>
          </ac:picMkLst>
        </pc:picChg>
        <pc:picChg chg="add del mod">
          <ac:chgData name="BANDARANAYAKE .B.G.W.T.N it22247018" userId="S::it22247018@my.sliit.lk::ad638593-24e3-48fe-8a68-665fdcc3a8ae" providerId="AD" clId="Web-{73A3C8BE-C9B0-7528-F851-95A56D499040}" dt="2026-01-06T05:07:59.491" v="128"/>
          <ac:picMkLst>
            <pc:docMk/>
            <pc:sldMk cId="0" sldId="256"/>
            <ac:picMk id="23" creationId="{8BBE1697-C770-7112-04AC-806D7946A6F4}"/>
          </ac:picMkLst>
        </pc:picChg>
        <pc:picChg chg="add mod">
          <ac:chgData name="BANDARANAYAKE .B.G.W.T.N it22247018" userId="S::it22247018@my.sliit.lk::ad638593-24e3-48fe-8a68-665fdcc3a8ae" providerId="AD" clId="Web-{73A3C8BE-C9B0-7528-F851-95A56D499040}" dt="2026-01-06T07:19:36.951" v="305" actId="1076"/>
          <ac:picMkLst>
            <pc:docMk/>
            <pc:sldMk cId="0" sldId="256"/>
            <ac:picMk id="24" creationId="{B9A9F7A8-9A6E-3DB1-4DAB-E2981E357A8A}"/>
          </ac:picMkLst>
        </pc:picChg>
      </pc:sldChg>
      <pc:sldChg chg="addSp delSp modSp add del">
        <pc:chgData name="BANDARANAYAKE .B.G.W.T.N it22247018" userId="S::it22247018@my.sliit.lk::ad638593-24e3-48fe-8a68-665fdcc3a8ae" providerId="AD" clId="Web-{73A3C8BE-C9B0-7528-F851-95A56D499040}" dt="2026-01-06T07:37:12.213" v="614" actId="20577"/>
        <pc:sldMkLst>
          <pc:docMk/>
          <pc:sldMk cId="0" sldId="264"/>
        </pc:sldMkLst>
        <pc:spChg chg="mod">
          <ac:chgData name="BANDARANAYAKE .B.G.W.T.N it22247018" userId="S::it22247018@my.sliit.lk::ad638593-24e3-48fe-8a68-665fdcc3a8ae" providerId="AD" clId="Web-{73A3C8BE-C9B0-7528-F851-95A56D499040}" dt="2026-01-06T07:32:04.895" v="527" actId="20577"/>
          <ac:spMkLst>
            <pc:docMk/>
            <pc:sldMk cId="0" sldId="264"/>
            <ac:spMk id="3" creationId="{00000000-0000-0000-0000-000000000000}"/>
          </ac:spMkLst>
        </pc:spChg>
        <pc:spChg chg="mod">
          <ac:chgData name="BANDARANAYAKE .B.G.W.T.N it22247018" userId="S::it22247018@my.sliit.lk::ad638593-24e3-48fe-8a68-665fdcc3a8ae" providerId="AD" clId="Web-{73A3C8BE-C9B0-7528-F851-95A56D499040}" dt="2026-01-06T07:36:04.821" v="588" actId="14100"/>
          <ac:spMkLst>
            <pc:docMk/>
            <pc:sldMk cId="0" sldId="264"/>
            <ac:spMk id="4" creationId="{00000000-0000-0000-0000-000000000000}"/>
          </ac:spMkLst>
        </pc:spChg>
        <pc:spChg chg="mod">
          <ac:chgData name="BANDARANAYAKE .B.G.W.T.N it22247018" userId="S::it22247018@my.sliit.lk::ad638593-24e3-48fe-8a68-665fdcc3a8ae" providerId="AD" clId="Web-{73A3C8BE-C9B0-7528-F851-95A56D499040}" dt="2026-01-06T07:35:33.383" v="578" actId="20577"/>
          <ac:spMkLst>
            <pc:docMk/>
            <pc:sldMk cId="0" sldId="264"/>
            <ac:spMk id="11" creationId="{00000000-0000-0000-0000-000000000000}"/>
          </ac:spMkLst>
        </pc:spChg>
        <pc:spChg chg="mod">
          <ac:chgData name="BANDARANAYAKE .B.G.W.T.N it22247018" userId="S::it22247018@my.sliit.lk::ad638593-24e3-48fe-8a68-665fdcc3a8ae" providerId="AD" clId="Web-{73A3C8BE-C9B0-7528-F851-95A56D499040}" dt="2026-01-06T07:32:56.427" v="529" actId="20577"/>
          <ac:spMkLst>
            <pc:docMk/>
            <pc:sldMk cId="0" sldId="264"/>
            <ac:spMk id="14" creationId="{00000000-0000-0000-0000-000000000000}"/>
          </ac:spMkLst>
        </pc:spChg>
        <pc:spChg chg="mod">
          <ac:chgData name="BANDARANAYAKE .B.G.W.T.N it22247018" userId="S::it22247018@my.sliit.lk::ad638593-24e3-48fe-8a68-665fdcc3a8ae" providerId="AD" clId="Web-{73A3C8BE-C9B0-7528-F851-95A56D499040}" dt="2026-01-06T07:34:01.662" v="537" actId="20577"/>
          <ac:spMkLst>
            <pc:docMk/>
            <pc:sldMk cId="0" sldId="264"/>
            <ac:spMk id="15" creationId="{00000000-0000-0000-0000-000000000000}"/>
          </ac:spMkLst>
        </pc:spChg>
        <pc:spChg chg="mod">
          <ac:chgData name="BANDARANAYAKE .B.G.W.T.N it22247018" userId="S::it22247018@my.sliit.lk::ad638593-24e3-48fe-8a68-665fdcc3a8ae" providerId="AD" clId="Web-{73A3C8BE-C9B0-7528-F851-95A56D499040}" dt="2026-01-06T07:35:07.773" v="560" actId="20577"/>
          <ac:spMkLst>
            <pc:docMk/>
            <pc:sldMk cId="0" sldId="264"/>
            <ac:spMk id="16" creationId="{00000000-0000-0000-0000-000000000000}"/>
          </ac:spMkLst>
        </pc:spChg>
        <pc:spChg chg="mod">
          <ac:chgData name="BANDARANAYAKE .B.G.W.T.N it22247018" userId="S::it22247018@my.sliit.lk::ad638593-24e3-48fe-8a68-665fdcc3a8ae" providerId="AD" clId="Web-{73A3C8BE-C9B0-7528-F851-95A56D499040}" dt="2026-01-06T07:34:30.554" v="545" actId="20577"/>
          <ac:spMkLst>
            <pc:docMk/>
            <pc:sldMk cId="0" sldId="264"/>
            <ac:spMk id="18" creationId="{00000000-0000-0000-0000-000000000000}"/>
          </ac:spMkLst>
        </pc:spChg>
        <pc:spChg chg="mod">
          <ac:chgData name="BANDARANAYAKE .B.G.W.T.N it22247018" userId="S::it22247018@my.sliit.lk::ad638593-24e3-48fe-8a68-665fdcc3a8ae" providerId="AD" clId="Web-{73A3C8BE-C9B0-7528-F851-95A56D499040}" dt="2026-01-06T07:34:53.273" v="553" actId="20577"/>
          <ac:spMkLst>
            <pc:docMk/>
            <pc:sldMk cId="0" sldId="264"/>
            <ac:spMk id="19" creationId="{00000000-0000-0000-0000-000000000000}"/>
          </ac:spMkLst>
        </pc:spChg>
        <pc:spChg chg="mod">
          <ac:chgData name="BANDARANAYAKE .B.G.W.T.N it22247018" userId="S::it22247018@my.sliit.lk::ad638593-24e3-48fe-8a68-665fdcc3a8ae" providerId="AD" clId="Web-{73A3C8BE-C9B0-7528-F851-95A56D499040}" dt="2026-01-06T07:35:17.117" v="574" actId="20577"/>
          <ac:spMkLst>
            <pc:docMk/>
            <pc:sldMk cId="0" sldId="264"/>
            <ac:spMk id="20" creationId="{00000000-0000-0000-0000-000000000000}"/>
          </ac:spMkLst>
        </pc:spChg>
        <pc:spChg chg="del">
          <ac:chgData name="BANDARANAYAKE .B.G.W.T.N it22247018" userId="S::it22247018@my.sliit.lk::ad638593-24e3-48fe-8a68-665fdcc3a8ae" providerId="AD" clId="Web-{73A3C8BE-C9B0-7528-F851-95A56D499040}" dt="2026-01-06T07:35:50.680" v="583"/>
          <ac:spMkLst>
            <pc:docMk/>
            <pc:sldMk cId="0" sldId="264"/>
            <ac:spMk id="21" creationId="{00000000-0000-0000-0000-000000000000}"/>
          </ac:spMkLst>
        </pc:spChg>
        <pc:spChg chg="del">
          <ac:chgData name="BANDARANAYAKE .B.G.W.T.N it22247018" userId="S::it22247018@my.sliit.lk::ad638593-24e3-48fe-8a68-665fdcc3a8ae" providerId="AD" clId="Web-{73A3C8BE-C9B0-7528-F851-95A56D499040}" dt="2026-01-06T07:35:59.305" v="587"/>
          <ac:spMkLst>
            <pc:docMk/>
            <pc:sldMk cId="0" sldId="264"/>
            <ac:spMk id="22" creationId="{00000000-0000-0000-0000-000000000000}"/>
          </ac:spMkLst>
        </pc:spChg>
        <pc:spChg chg="del">
          <ac:chgData name="BANDARANAYAKE .B.G.W.T.N it22247018" userId="S::it22247018@my.sliit.lk::ad638593-24e3-48fe-8a68-665fdcc3a8ae" providerId="AD" clId="Web-{73A3C8BE-C9B0-7528-F851-95A56D499040}" dt="2026-01-06T07:35:52.680" v="584"/>
          <ac:spMkLst>
            <pc:docMk/>
            <pc:sldMk cId="0" sldId="264"/>
            <ac:spMk id="23" creationId="{00000000-0000-0000-0000-000000000000}"/>
          </ac:spMkLst>
        </pc:spChg>
        <pc:spChg chg="del mod">
          <ac:chgData name="BANDARANAYAKE .B.G.W.T.N it22247018" userId="S::it22247018@my.sliit.lk::ad638593-24e3-48fe-8a68-665fdcc3a8ae" providerId="AD" clId="Web-{73A3C8BE-C9B0-7528-F851-95A56D499040}" dt="2026-01-06T07:35:56.774" v="586"/>
          <ac:spMkLst>
            <pc:docMk/>
            <pc:sldMk cId="0" sldId="264"/>
            <ac:spMk id="24" creationId="{00000000-0000-0000-0000-000000000000}"/>
          </ac:spMkLst>
        </pc:spChg>
        <pc:spChg chg="del">
          <ac:chgData name="BANDARANAYAKE .B.G.W.T.N it22247018" userId="S::it22247018@my.sliit.lk::ad638593-24e3-48fe-8a68-665fdcc3a8ae" providerId="AD" clId="Web-{73A3C8BE-C9B0-7528-F851-95A56D499040}" dt="2026-01-06T07:35:39.461" v="579"/>
          <ac:spMkLst>
            <pc:docMk/>
            <pc:sldMk cId="0" sldId="264"/>
            <ac:spMk id="25" creationId="{00000000-0000-0000-0000-000000000000}"/>
          </ac:spMkLst>
        </pc:spChg>
        <pc:spChg chg="del">
          <ac:chgData name="BANDARANAYAKE .B.G.W.T.N it22247018" userId="S::it22247018@my.sliit.lk::ad638593-24e3-48fe-8a68-665fdcc3a8ae" providerId="AD" clId="Web-{73A3C8BE-C9B0-7528-F851-95A56D499040}" dt="2026-01-06T07:35:45.665" v="581"/>
          <ac:spMkLst>
            <pc:docMk/>
            <pc:sldMk cId="0" sldId="264"/>
            <ac:spMk id="26" creationId="{00000000-0000-0000-0000-000000000000}"/>
          </ac:spMkLst>
        </pc:spChg>
        <pc:spChg chg="del">
          <ac:chgData name="BANDARANAYAKE .B.G.W.T.N it22247018" userId="S::it22247018@my.sliit.lk::ad638593-24e3-48fe-8a68-665fdcc3a8ae" providerId="AD" clId="Web-{73A3C8BE-C9B0-7528-F851-95A56D499040}" dt="2026-01-06T07:35:43.383" v="580"/>
          <ac:spMkLst>
            <pc:docMk/>
            <pc:sldMk cId="0" sldId="264"/>
            <ac:spMk id="27" creationId="{00000000-0000-0000-0000-000000000000}"/>
          </ac:spMkLst>
        </pc:spChg>
        <pc:spChg chg="del">
          <ac:chgData name="BANDARANAYAKE .B.G.W.T.N it22247018" userId="S::it22247018@my.sliit.lk::ad638593-24e3-48fe-8a68-665fdcc3a8ae" providerId="AD" clId="Web-{73A3C8BE-C9B0-7528-F851-95A56D499040}" dt="2026-01-06T07:35:48.305" v="582"/>
          <ac:spMkLst>
            <pc:docMk/>
            <pc:sldMk cId="0" sldId="264"/>
            <ac:spMk id="28" creationId="{00000000-0000-0000-0000-000000000000}"/>
          </ac:spMkLst>
        </pc:spChg>
        <pc:spChg chg="mod">
          <ac:chgData name="BANDARANAYAKE .B.G.W.T.N it22247018" userId="S::it22247018@my.sliit.lk::ad638593-24e3-48fe-8a68-665fdcc3a8ae" providerId="AD" clId="Web-{73A3C8BE-C9B0-7528-F851-95A56D499040}" dt="2026-01-06T07:36:37.181" v="589" actId="20577"/>
          <ac:spMkLst>
            <pc:docMk/>
            <pc:sldMk cId="0" sldId="264"/>
            <ac:spMk id="31" creationId="{00000000-0000-0000-0000-000000000000}"/>
          </ac:spMkLst>
        </pc:spChg>
        <pc:spChg chg="mod">
          <ac:chgData name="BANDARANAYAKE .B.G.W.T.N it22247018" userId="S::it22247018@my.sliit.lk::ad638593-24e3-48fe-8a68-665fdcc3a8ae" providerId="AD" clId="Web-{73A3C8BE-C9B0-7528-F851-95A56D499040}" dt="2026-01-06T07:37:12.213" v="614" actId="20577"/>
          <ac:spMkLst>
            <pc:docMk/>
            <pc:sldMk cId="0" sldId="264"/>
            <ac:spMk id="39" creationId="{D72F223C-98E0-6636-E125-9130BF499C44}"/>
          </ac:spMkLst>
        </pc:spChg>
        <pc:spChg chg="mod">
          <ac:chgData name="BANDARANAYAKE .B.G.W.T.N it22247018" userId="S::it22247018@my.sliit.lk::ad638593-24e3-48fe-8a68-665fdcc3a8ae" providerId="AD" clId="Web-{73A3C8BE-C9B0-7528-F851-95A56D499040}" dt="2026-01-06T07:37:08.228" v="612" actId="20577"/>
          <ac:spMkLst>
            <pc:docMk/>
            <pc:sldMk cId="0" sldId="264"/>
            <ac:spMk id="41" creationId="{C244DF90-DCEB-E5A4-1777-56A9067FD0DE}"/>
          </ac:spMkLst>
        </pc:spChg>
        <pc:grpChg chg="add">
          <ac:chgData name="BANDARANAYAKE .B.G.W.T.N it22247018" userId="S::it22247018@my.sliit.lk::ad638593-24e3-48fe-8a68-665fdcc3a8ae" providerId="AD" clId="Web-{73A3C8BE-C9B0-7528-F851-95A56D499040}" dt="2026-01-06T07:36:56.619" v="590"/>
          <ac:grpSpMkLst>
            <pc:docMk/>
            <pc:sldMk cId="0" sldId="264"/>
            <ac:grpSpMk id="42" creationId="{6DAAE3E9-9103-BA56-C97B-262129B1781E}"/>
          </ac:grpSpMkLst>
        </pc:grpChg>
      </pc:sldChg>
      <pc:sldChg chg="del">
        <pc:chgData name="BANDARANAYAKE .B.G.W.T.N it22247018" userId="S::it22247018@my.sliit.lk::ad638593-24e3-48fe-8a68-665fdcc3a8ae" providerId="AD" clId="Web-{73A3C8BE-C9B0-7528-F851-95A56D499040}" dt="2026-01-06T07:28:48.910" v="467"/>
        <pc:sldMkLst>
          <pc:docMk/>
          <pc:sldMk cId="0" sldId="265"/>
        </pc:sldMkLst>
      </pc:sldChg>
      <pc:sldChg chg="del">
        <pc:chgData name="BANDARANAYAKE .B.G.W.T.N it22247018" userId="S::it22247018@my.sliit.lk::ad638593-24e3-48fe-8a68-665fdcc3a8ae" providerId="AD" clId="Web-{73A3C8BE-C9B0-7528-F851-95A56D499040}" dt="2026-01-06T07:29:35.348" v="486"/>
        <pc:sldMkLst>
          <pc:docMk/>
          <pc:sldMk cId="1968466096" sldId="266"/>
        </pc:sldMkLst>
      </pc:sldChg>
      <pc:sldChg chg="modSp">
        <pc:chgData name="BANDARANAYAKE .B.G.W.T.N it22247018" userId="S::it22247018@my.sliit.lk::ad638593-24e3-48fe-8a68-665fdcc3a8ae" providerId="AD" clId="Web-{73A3C8BE-C9B0-7528-F851-95A56D499040}" dt="2026-01-06T07:29:20.004" v="478" actId="20577"/>
        <pc:sldMkLst>
          <pc:docMk/>
          <pc:sldMk cId="1184288525" sldId="272"/>
        </pc:sldMkLst>
        <pc:spChg chg="mod">
          <ac:chgData name="BANDARANAYAKE .B.G.W.T.N it22247018" userId="S::it22247018@my.sliit.lk::ad638593-24e3-48fe-8a68-665fdcc3a8ae" providerId="AD" clId="Web-{73A3C8BE-C9B0-7528-F851-95A56D499040}" dt="2026-01-06T07:29:20.004" v="478" actId="20577"/>
          <ac:spMkLst>
            <pc:docMk/>
            <pc:sldMk cId="1184288525" sldId="272"/>
            <ac:spMk id="23" creationId="{7DFC89AE-5220-6B5E-56C8-006F5256678E}"/>
          </ac:spMkLst>
        </pc:spChg>
      </pc:sldChg>
      <pc:sldChg chg="modSp">
        <pc:chgData name="BANDARANAYAKE .B.G.W.T.N it22247018" userId="S::it22247018@my.sliit.lk::ad638593-24e3-48fe-8a68-665fdcc3a8ae" providerId="AD" clId="Web-{73A3C8BE-C9B0-7528-F851-95A56D499040}" dt="2026-01-06T07:29:07.847" v="473" actId="20577"/>
        <pc:sldMkLst>
          <pc:docMk/>
          <pc:sldMk cId="2855883343" sldId="273"/>
        </pc:sldMkLst>
        <pc:spChg chg="mod">
          <ac:chgData name="BANDARANAYAKE .B.G.W.T.N it22247018" userId="S::it22247018@my.sliit.lk::ad638593-24e3-48fe-8a68-665fdcc3a8ae" providerId="AD" clId="Web-{73A3C8BE-C9B0-7528-F851-95A56D499040}" dt="2026-01-06T07:29:07.847" v="473" actId="20577"/>
          <ac:spMkLst>
            <pc:docMk/>
            <pc:sldMk cId="2855883343" sldId="273"/>
            <ac:spMk id="36" creationId="{364FA4AA-B849-3233-3346-B38CA1148761}"/>
          </ac:spMkLst>
        </pc:spChg>
      </pc:sldChg>
      <pc:sldChg chg="modSp">
        <pc:chgData name="BANDARANAYAKE .B.G.W.T.N it22247018" userId="S::it22247018@my.sliit.lk::ad638593-24e3-48fe-8a68-665fdcc3a8ae" providerId="AD" clId="Web-{73A3C8BE-C9B0-7528-F851-95A56D499040}" dt="2026-01-06T07:28:59.613" v="471" actId="20577"/>
        <pc:sldMkLst>
          <pc:docMk/>
          <pc:sldMk cId="3483905385" sldId="274"/>
        </pc:sldMkLst>
        <pc:spChg chg="mod">
          <ac:chgData name="BANDARANAYAKE .B.G.W.T.N it22247018" userId="S::it22247018@my.sliit.lk::ad638593-24e3-48fe-8a68-665fdcc3a8ae" providerId="AD" clId="Web-{73A3C8BE-C9B0-7528-F851-95A56D499040}" dt="2026-01-06T07:28:59.613" v="471" actId="20577"/>
          <ac:spMkLst>
            <pc:docMk/>
            <pc:sldMk cId="3483905385" sldId="274"/>
            <ac:spMk id="39" creationId="{373ED0BA-DF47-3B83-EF9B-8DB509E9A471}"/>
          </ac:spMkLst>
        </pc:spChg>
      </pc:sldChg>
      <pc:sldChg chg="modSp">
        <pc:chgData name="BANDARANAYAKE .B.G.W.T.N it22247018" userId="S::it22247018@my.sliit.lk::ad638593-24e3-48fe-8a68-665fdcc3a8ae" providerId="AD" clId="Web-{73A3C8BE-C9B0-7528-F851-95A56D499040}" dt="2026-01-06T07:28:55.175" v="469" actId="20577"/>
        <pc:sldMkLst>
          <pc:docMk/>
          <pc:sldMk cId="494855285" sldId="275"/>
        </pc:sldMkLst>
        <pc:spChg chg="mod">
          <ac:chgData name="BANDARANAYAKE .B.G.W.T.N it22247018" userId="S::it22247018@my.sliit.lk::ad638593-24e3-48fe-8a68-665fdcc3a8ae" providerId="AD" clId="Web-{73A3C8BE-C9B0-7528-F851-95A56D499040}" dt="2026-01-06T07:28:55.175" v="469" actId="20577"/>
          <ac:spMkLst>
            <pc:docMk/>
            <pc:sldMk cId="494855285" sldId="275"/>
            <ac:spMk id="43" creationId="{7380FF05-ECAE-1C8D-3108-AC270971E64C}"/>
          </ac:spMkLst>
        </pc:spChg>
      </pc:sldChg>
      <pc:sldChg chg="modSp">
        <pc:chgData name="BANDARANAYAKE .B.G.W.T.N it22247018" userId="S::it22247018@my.sliit.lk::ad638593-24e3-48fe-8a68-665fdcc3a8ae" providerId="AD" clId="Web-{73A3C8BE-C9B0-7528-F851-95A56D499040}" dt="2026-01-06T07:30:50.942" v="506" actId="20577"/>
        <pc:sldMkLst>
          <pc:docMk/>
          <pc:sldMk cId="1930166801" sldId="278"/>
        </pc:sldMkLst>
        <pc:spChg chg="mod">
          <ac:chgData name="BANDARANAYAKE .B.G.W.T.N it22247018" userId="S::it22247018@my.sliit.lk::ad638593-24e3-48fe-8a68-665fdcc3a8ae" providerId="AD" clId="Web-{73A3C8BE-C9B0-7528-F851-95A56D499040}" dt="2026-01-06T07:30:50.942" v="506" actId="20577"/>
          <ac:spMkLst>
            <pc:docMk/>
            <pc:sldMk cId="1930166801" sldId="278"/>
            <ac:spMk id="26" creationId="{22DB088D-4163-9AEB-0C12-86F63EBA7F3D}"/>
          </ac:spMkLst>
        </pc:spChg>
      </pc:sldChg>
      <pc:sldChg chg="addSp modSp ord">
        <pc:chgData name="BANDARANAYAKE .B.G.W.T.N it22247018" userId="S::it22247018@my.sliit.lk::ad638593-24e3-48fe-8a68-665fdcc3a8ae" providerId="AD" clId="Web-{73A3C8BE-C9B0-7528-F851-95A56D499040}" dt="2026-01-06T07:37:22.697" v="617" actId="20577"/>
        <pc:sldMkLst>
          <pc:docMk/>
          <pc:sldMk cId="2219420885" sldId="283"/>
        </pc:sldMkLst>
        <pc:spChg chg="mod">
          <ac:chgData name="BANDARANAYAKE .B.G.W.T.N it22247018" userId="S::it22247018@my.sliit.lk::ad638593-24e3-48fe-8a68-665fdcc3a8ae" providerId="AD" clId="Web-{73A3C8BE-C9B0-7528-F851-95A56D499040}" dt="2026-01-06T07:37:22.697" v="617" actId="20577"/>
          <ac:spMkLst>
            <pc:docMk/>
            <pc:sldMk cId="2219420885" sldId="283"/>
            <ac:spMk id="14" creationId="{99B15AE1-291C-3CC0-C4D6-62F49EF21F6F}"/>
          </ac:spMkLst>
        </pc:spChg>
        <pc:grpChg chg="add">
          <ac:chgData name="BANDARANAYAKE .B.G.W.T.N it22247018" userId="S::it22247018@my.sliit.lk::ad638593-24e3-48fe-8a68-665fdcc3a8ae" providerId="AD" clId="Web-{73A3C8BE-C9B0-7528-F851-95A56D499040}" dt="2026-01-06T07:37:17.244" v="615"/>
          <ac:grpSpMkLst>
            <pc:docMk/>
            <pc:sldMk cId="2219420885" sldId="283"/>
            <ac:grpSpMk id="17" creationId="{C7BAC0C6-9486-D0D5-2598-24C90FE0C25D}"/>
          </ac:grpSpMkLst>
        </pc:grpChg>
      </pc:sldChg>
      <pc:sldChg chg="addSp delSp del">
        <pc:chgData name="BANDARANAYAKE .B.G.W.T.N it22247018" userId="S::it22247018@my.sliit.lk::ad638593-24e3-48fe-8a68-665fdcc3a8ae" providerId="AD" clId="Web-{73A3C8BE-C9B0-7528-F851-95A56D499040}" dt="2026-01-06T07:30:38.364" v="502"/>
        <pc:sldMkLst>
          <pc:docMk/>
          <pc:sldMk cId="2225560400" sldId="287"/>
        </pc:sldMkLst>
        <pc:spChg chg="del">
          <ac:chgData name="BANDARANAYAKE .B.G.W.T.N it22247018" userId="S::it22247018@my.sliit.lk::ad638593-24e3-48fe-8a68-665fdcc3a8ae" providerId="AD" clId="Web-{73A3C8BE-C9B0-7528-F851-95A56D499040}" dt="2026-01-06T04:45:32.381" v="69"/>
          <ac:spMkLst>
            <pc:docMk/>
            <pc:sldMk cId="2225560400" sldId="287"/>
            <ac:spMk id="6" creationId="{0CC355C8-06C4-88EA-CE3E-0B43C52187FB}"/>
          </ac:spMkLst>
        </pc:spChg>
        <pc:grpChg chg="add">
          <ac:chgData name="BANDARANAYAKE .B.G.W.T.N it22247018" userId="S::it22247018@my.sliit.lk::ad638593-24e3-48fe-8a68-665fdcc3a8ae" providerId="AD" clId="Web-{73A3C8BE-C9B0-7528-F851-95A56D499040}" dt="2026-01-06T06:15:45.237" v="168"/>
          <ac:grpSpMkLst>
            <pc:docMk/>
            <pc:sldMk cId="2225560400" sldId="287"/>
            <ac:grpSpMk id="16" creationId="{1B3B80D3-1E67-6E17-9370-F4DB9B73E85D}"/>
          </ac:grpSpMkLst>
        </pc:grpChg>
      </pc:sldChg>
      <pc:sldChg chg="del">
        <pc:chgData name="BANDARANAYAKE .B.G.W.T.N it22247018" userId="S::it22247018@my.sliit.lk::ad638593-24e3-48fe-8a68-665fdcc3a8ae" providerId="AD" clId="Web-{73A3C8BE-C9B0-7528-F851-95A56D499040}" dt="2026-01-06T04:43:54.504" v="66"/>
        <pc:sldMkLst>
          <pc:docMk/>
          <pc:sldMk cId="1822387924" sldId="289"/>
        </pc:sldMkLst>
      </pc:sldChg>
      <pc:sldChg chg="modSp">
        <pc:chgData name="BANDARANAYAKE .B.G.W.T.N it22247018" userId="S::it22247018@my.sliit.lk::ad638593-24e3-48fe-8a68-665fdcc3a8ae" providerId="AD" clId="Web-{73A3C8BE-C9B0-7528-F851-95A56D499040}" dt="2026-01-06T07:30:18.207" v="497" actId="20577"/>
        <pc:sldMkLst>
          <pc:docMk/>
          <pc:sldMk cId="2269086600" sldId="290"/>
        </pc:sldMkLst>
        <pc:spChg chg="mod">
          <ac:chgData name="BANDARANAYAKE .B.G.W.T.N it22247018" userId="S::it22247018@my.sliit.lk::ad638593-24e3-48fe-8a68-665fdcc3a8ae" providerId="AD" clId="Web-{73A3C8BE-C9B0-7528-F851-95A56D499040}" dt="2026-01-06T06:52:17.116" v="182" actId="20577"/>
          <ac:spMkLst>
            <pc:docMk/>
            <pc:sldMk cId="2269086600" sldId="290"/>
            <ac:spMk id="5" creationId="{4255B12E-6812-428F-5BB2-36E7662E405B}"/>
          </ac:spMkLst>
        </pc:spChg>
        <pc:spChg chg="mod">
          <ac:chgData name="BANDARANAYAKE .B.G.W.T.N it22247018" userId="S::it22247018@my.sliit.lk::ad638593-24e3-48fe-8a68-665fdcc3a8ae" providerId="AD" clId="Web-{73A3C8BE-C9B0-7528-F851-95A56D499040}" dt="2026-01-06T07:30:18.207" v="497" actId="20577"/>
          <ac:spMkLst>
            <pc:docMk/>
            <pc:sldMk cId="2269086600" sldId="290"/>
            <ac:spMk id="20" creationId="{FF9F1AD6-A0C7-81E0-99A7-C12E16D6E051}"/>
          </ac:spMkLst>
        </pc:spChg>
      </pc:sldChg>
      <pc:sldChg chg="modSp">
        <pc:chgData name="BANDARANAYAKE .B.G.W.T.N it22247018" userId="S::it22247018@my.sliit.lk::ad638593-24e3-48fe-8a68-665fdcc3a8ae" providerId="AD" clId="Web-{73A3C8BE-C9B0-7528-F851-95A56D499040}" dt="2026-01-06T07:30:07.035" v="495" actId="20577"/>
        <pc:sldMkLst>
          <pc:docMk/>
          <pc:sldMk cId="2528552803" sldId="291"/>
        </pc:sldMkLst>
        <pc:spChg chg="mod">
          <ac:chgData name="BANDARANAYAKE .B.G.W.T.N it22247018" userId="S::it22247018@my.sliit.lk::ad638593-24e3-48fe-8a68-665fdcc3a8ae" providerId="AD" clId="Web-{73A3C8BE-C9B0-7528-F851-95A56D499040}" dt="2026-01-06T07:30:07.035" v="495" actId="20577"/>
          <ac:spMkLst>
            <pc:docMk/>
            <pc:sldMk cId="2528552803" sldId="291"/>
            <ac:spMk id="35" creationId="{DCA502DE-B6A6-2060-5862-7FE57E85BFED}"/>
          </ac:spMkLst>
        </pc:spChg>
      </pc:sldChg>
      <pc:sldChg chg="modSp">
        <pc:chgData name="BANDARANAYAKE .B.G.W.T.N it22247018" userId="S::it22247018@my.sliit.lk::ad638593-24e3-48fe-8a68-665fdcc3a8ae" providerId="AD" clId="Web-{73A3C8BE-C9B0-7528-F851-95A56D499040}" dt="2026-01-06T07:30:02.707" v="493" actId="20577"/>
        <pc:sldMkLst>
          <pc:docMk/>
          <pc:sldMk cId="417827511" sldId="294"/>
        </pc:sldMkLst>
        <pc:spChg chg="mod">
          <ac:chgData name="BANDARANAYAKE .B.G.W.T.N it22247018" userId="S::it22247018@my.sliit.lk::ad638593-24e3-48fe-8a68-665fdcc3a8ae" providerId="AD" clId="Web-{73A3C8BE-C9B0-7528-F851-95A56D499040}" dt="2026-01-06T07:30:02.707" v="493" actId="20577"/>
          <ac:spMkLst>
            <pc:docMk/>
            <pc:sldMk cId="417827511" sldId="294"/>
            <ac:spMk id="26" creationId="{59155B19-A01D-E093-FBCB-1CF581E8F99A}"/>
          </ac:spMkLst>
        </pc:spChg>
        <pc:spChg chg="mod">
          <ac:chgData name="BANDARANAYAKE .B.G.W.T.N it22247018" userId="S::it22247018@my.sliit.lk::ad638593-24e3-48fe-8a68-665fdcc3a8ae" providerId="AD" clId="Web-{73A3C8BE-C9B0-7528-F851-95A56D499040}" dt="2026-01-06T05:27:49.173" v="151" actId="20577"/>
          <ac:spMkLst>
            <pc:docMk/>
            <pc:sldMk cId="417827511" sldId="294"/>
            <ac:spMk id="30" creationId="{7A23DA8D-0C85-2C0C-682F-257C3C5A21FC}"/>
          </ac:spMkLst>
        </pc:spChg>
      </pc:sldChg>
      <pc:sldChg chg="modSp">
        <pc:chgData name="BANDARANAYAKE .B.G.W.T.N it22247018" userId="S::it22247018@my.sliit.lk::ad638593-24e3-48fe-8a68-665fdcc3a8ae" providerId="AD" clId="Web-{73A3C8BE-C9B0-7528-F851-95A56D499040}" dt="2026-01-06T07:29:52.457" v="491" actId="20577"/>
        <pc:sldMkLst>
          <pc:docMk/>
          <pc:sldMk cId="413387166" sldId="295"/>
        </pc:sldMkLst>
        <pc:spChg chg="mod">
          <ac:chgData name="BANDARANAYAKE .B.G.W.T.N it22247018" userId="S::it22247018@my.sliit.lk::ad638593-24e3-48fe-8a68-665fdcc3a8ae" providerId="AD" clId="Web-{73A3C8BE-C9B0-7528-F851-95A56D499040}" dt="2026-01-06T07:29:52.457" v="491" actId="20577"/>
          <ac:spMkLst>
            <pc:docMk/>
            <pc:sldMk cId="413387166" sldId="295"/>
            <ac:spMk id="35" creationId="{6ADF86D4-4171-4F95-940D-030F89BBAC8A}"/>
          </ac:spMkLst>
        </pc:spChg>
        <pc:spChg chg="mod">
          <ac:chgData name="BANDARANAYAKE .B.G.W.T.N it22247018" userId="S::it22247018@my.sliit.lk::ad638593-24e3-48fe-8a68-665fdcc3a8ae" providerId="AD" clId="Web-{73A3C8BE-C9B0-7528-F851-95A56D499040}" dt="2026-01-06T06:15:30.831" v="167" actId="20577"/>
          <ac:spMkLst>
            <pc:docMk/>
            <pc:sldMk cId="413387166" sldId="295"/>
            <ac:spMk id="37" creationId="{21732079-570C-6367-5B85-80B3E541B89F}"/>
          </ac:spMkLst>
        </pc:spChg>
      </pc:sldChg>
      <pc:sldChg chg="addSp delSp modSp">
        <pc:chgData name="BANDARANAYAKE .B.G.W.T.N it22247018" userId="S::it22247018@my.sliit.lk::ad638593-24e3-48fe-8a68-665fdcc3a8ae" providerId="AD" clId="Web-{73A3C8BE-C9B0-7528-F851-95A56D499040}" dt="2026-01-06T07:29:46.988" v="489" actId="20577"/>
        <pc:sldMkLst>
          <pc:docMk/>
          <pc:sldMk cId="275566937" sldId="296"/>
        </pc:sldMkLst>
        <pc:spChg chg="mod">
          <ac:chgData name="BANDARANAYAKE .B.G.W.T.N it22247018" userId="S::it22247018@my.sliit.lk::ad638593-24e3-48fe-8a68-665fdcc3a8ae" providerId="AD" clId="Web-{73A3C8BE-C9B0-7528-F851-95A56D499040}" dt="2026-01-06T07:17:20.307" v="278" actId="20577"/>
          <ac:spMkLst>
            <pc:docMk/>
            <pc:sldMk cId="275566937" sldId="296"/>
            <ac:spMk id="6" creationId="{4919B53A-C1F4-142F-4449-DBDE1D04ACC8}"/>
          </ac:spMkLst>
        </pc:spChg>
        <pc:spChg chg="mod">
          <ac:chgData name="BANDARANAYAKE .B.G.W.T.N it22247018" userId="S::it22247018@my.sliit.lk::ad638593-24e3-48fe-8a68-665fdcc3a8ae" providerId="AD" clId="Web-{73A3C8BE-C9B0-7528-F851-95A56D499040}" dt="2026-01-06T05:01:18.888" v="86" actId="20577"/>
          <ac:spMkLst>
            <pc:docMk/>
            <pc:sldMk cId="275566937" sldId="296"/>
            <ac:spMk id="7" creationId="{CE383E4F-1673-B447-DABC-F2CC4F071CAE}"/>
          </ac:spMkLst>
        </pc:spChg>
        <pc:spChg chg="del">
          <ac:chgData name="BANDARANAYAKE .B.G.W.T.N it22247018" userId="S::it22247018@my.sliit.lk::ad638593-24e3-48fe-8a68-665fdcc3a8ae" providerId="AD" clId="Web-{73A3C8BE-C9B0-7528-F851-95A56D499040}" dt="2026-01-06T04:33:57.941" v="28"/>
          <ac:spMkLst>
            <pc:docMk/>
            <pc:sldMk cId="275566937" sldId="296"/>
            <ac:spMk id="8" creationId="{772A7645-D9AA-B580-6D3B-A656C25644B8}"/>
          </ac:spMkLst>
        </pc:spChg>
        <pc:spChg chg="del">
          <ac:chgData name="BANDARANAYAKE .B.G.W.T.N it22247018" userId="S::it22247018@my.sliit.lk::ad638593-24e3-48fe-8a68-665fdcc3a8ae" providerId="AD" clId="Web-{73A3C8BE-C9B0-7528-F851-95A56D499040}" dt="2026-01-06T04:34:00.441" v="29"/>
          <ac:spMkLst>
            <pc:docMk/>
            <pc:sldMk cId="275566937" sldId="296"/>
            <ac:spMk id="9" creationId="{F5B9E27B-3F70-6887-6F37-F1661ADC8A95}"/>
          </ac:spMkLst>
        </pc:spChg>
        <pc:spChg chg="del">
          <ac:chgData name="BANDARANAYAKE .B.G.W.T.N it22247018" userId="S::it22247018@my.sliit.lk::ad638593-24e3-48fe-8a68-665fdcc3a8ae" providerId="AD" clId="Web-{73A3C8BE-C9B0-7528-F851-95A56D499040}" dt="2026-01-06T04:39:03.240" v="62"/>
          <ac:spMkLst>
            <pc:docMk/>
            <pc:sldMk cId="275566937" sldId="296"/>
            <ac:spMk id="10" creationId="{EF9F94FC-1EE3-95EE-F03D-4FDD6D50450F}"/>
          </ac:spMkLst>
        </pc:spChg>
        <pc:spChg chg="del">
          <ac:chgData name="BANDARANAYAKE .B.G.W.T.N it22247018" userId="S::it22247018@my.sliit.lk::ad638593-24e3-48fe-8a68-665fdcc3a8ae" providerId="AD" clId="Web-{73A3C8BE-C9B0-7528-F851-95A56D499040}" dt="2026-01-06T04:39:03.240" v="61"/>
          <ac:spMkLst>
            <pc:docMk/>
            <pc:sldMk cId="275566937" sldId="296"/>
            <ac:spMk id="11" creationId="{718C6B3C-8F6A-F106-9994-76E5B24584B1}"/>
          </ac:spMkLst>
        </pc:spChg>
        <pc:spChg chg="del">
          <ac:chgData name="BANDARANAYAKE .B.G.W.T.N it22247018" userId="S::it22247018@my.sliit.lk::ad638593-24e3-48fe-8a68-665fdcc3a8ae" providerId="AD" clId="Web-{73A3C8BE-C9B0-7528-F851-95A56D499040}" dt="2026-01-06T04:39:03.240" v="60"/>
          <ac:spMkLst>
            <pc:docMk/>
            <pc:sldMk cId="275566937" sldId="296"/>
            <ac:spMk id="12" creationId="{03617253-39E3-772B-AC6B-9D613D70AEC9}"/>
          </ac:spMkLst>
        </pc:spChg>
        <pc:spChg chg="del">
          <ac:chgData name="BANDARANAYAKE .B.G.W.T.N it22247018" userId="S::it22247018@my.sliit.lk::ad638593-24e3-48fe-8a68-665fdcc3a8ae" providerId="AD" clId="Web-{73A3C8BE-C9B0-7528-F851-95A56D499040}" dt="2026-01-06T04:39:03.240" v="59"/>
          <ac:spMkLst>
            <pc:docMk/>
            <pc:sldMk cId="275566937" sldId="296"/>
            <ac:spMk id="13" creationId="{F4B9F001-477F-27F9-EF19-D8D95BA5ED73}"/>
          </ac:spMkLst>
        </pc:spChg>
        <pc:spChg chg="del">
          <ac:chgData name="BANDARANAYAKE .B.G.W.T.N it22247018" userId="S::it22247018@my.sliit.lk::ad638593-24e3-48fe-8a68-665fdcc3a8ae" providerId="AD" clId="Web-{73A3C8BE-C9B0-7528-F851-95A56D499040}" dt="2026-01-06T04:39:03.240" v="58"/>
          <ac:spMkLst>
            <pc:docMk/>
            <pc:sldMk cId="275566937" sldId="296"/>
            <ac:spMk id="14" creationId="{2BA3CC48-0E42-AAA0-F1D1-A0C2FB934652}"/>
          </ac:spMkLst>
        </pc:spChg>
        <pc:spChg chg="del">
          <ac:chgData name="BANDARANAYAKE .B.G.W.T.N it22247018" userId="S::it22247018@my.sliit.lk::ad638593-24e3-48fe-8a68-665fdcc3a8ae" providerId="AD" clId="Web-{73A3C8BE-C9B0-7528-F851-95A56D499040}" dt="2026-01-06T04:39:03.240" v="57"/>
          <ac:spMkLst>
            <pc:docMk/>
            <pc:sldMk cId="275566937" sldId="296"/>
            <ac:spMk id="15" creationId="{761258CE-65A8-C3AE-3B82-EC025875EF40}"/>
          </ac:spMkLst>
        </pc:spChg>
        <pc:spChg chg="del">
          <ac:chgData name="BANDARANAYAKE .B.G.W.T.N it22247018" userId="S::it22247018@my.sliit.lk::ad638593-24e3-48fe-8a68-665fdcc3a8ae" providerId="AD" clId="Web-{73A3C8BE-C9B0-7528-F851-95A56D499040}" dt="2026-01-06T04:39:03.240" v="56"/>
          <ac:spMkLst>
            <pc:docMk/>
            <pc:sldMk cId="275566937" sldId="296"/>
            <ac:spMk id="16" creationId="{D1B96D98-8A75-B3F1-CD57-18A6FA199E56}"/>
          </ac:spMkLst>
        </pc:spChg>
        <pc:spChg chg="del">
          <ac:chgData name="BANDARANAYAKE .B.G.W.T.N it22247018" userId="S::it22247018@my.sliit.lk::ad638593-24e3-48fe-8a68-665fdcc3a8ae" providerId="AD" clId="Web-{73A3C8BE-C9B0-7528-F851-95A56D499040}" dt="2026-01-06T04:39:03.240" v="55"/>
          <ac:spMkLst>
            <pc:docMk/>
            <pc:sldMk cId="275566937" sldId="296"/>
            <ac:spMk id="17" creationId="{C244621D-5041-76A0-F33C-779C01AA603D}"/>
          </ac:spMkLst>
        </pc:spChg>
        <pc:spChg chg="mod">
          <ac:chgData name="BANDARANAYAKE .B.G.W.T.N it22247018" userId="S::it22247018@my.sliit.lk::ad638593-24e3-48fe-8a68-665fdcc3a8ae" providerId="AD" clId="Web-{73A3C8BE-C9B0-7528-F851-95A56D499040}" dt="2026-01-06T07:29:46.988" v="489" actId="20577"/>
          <ac:spMkLst>
            <pc:docMk/>
            <pc:sldMk cId="275566937" sldId="296"/>
            <ac:spMk id="31" creationId="{55B0C4D6-09BE-17F0-BCC2-B70D60C0FF05}"/>
          </ac:spMkLst>
        </pc:spChg>
        <pc:spChg chg="mod">
          <ac:chgData name="BANDARANAYAKE .B.G.W.T.N it22247018" userId="S::it22247018@my.sliit.lk::ad638593-24e3-48fe-8a68-665fdcc3a8ae" providerId="AD" clId="Web-{73A3C8BE-C9B0-7528-F851-95A56D499040}" dt="2026-01-06T06:15:22.581" v="166" actId="20577"/>
          <ac:spMkLst>
            <pc:docMk/>
            <pc:sldMk cId="275566937" sldId="296"/>
            <ac:spMk id="33" creationId="{28FB6312-E835-4423-4DB3-266FCD41ADAD}"/>
          </ac:spMkLst>
        </pc:spChg>
        <pc:picChg chg="add mod modCrop">
          <ac:chgData name="BANDARANAYAKE .B.G.W.T.N it22247018" userId="S::it22247018@my.sliit.lk::ad638593-24e3-48fe-8a68-665fdcc3a8ae" providerId="AD" clId="Web-{73A3C8BE-C9B0-7528-F851-95A56D499040}" dt="2026-01-06T05:00:52.028" v="72" actId="14100"/>
          <ac:picMkLst>
            <pc:docMk/>
            <pc:sldMk cId="275566937" sldId="296"/>
            <ac:picMk id="19" creationId="{E797EC17-D307-671D-0315-069F56BB48A7}"/>
          </ac:picMkLst>
        </pc:picChg>
        <pc:picChg chg="add del mod modCrop">
          <ac:chgData name="BANDARANAYAKE .B.G.W.T.N it22247018" userId="S::it22247018@my.sliit.lk::ad638593-24e3-48fe-8a68-665fdcc3a8ae" providerId="AD" clId="Web-{73A3C8BE-C9B0-7528-F851-95A56D499040}" dt="2026-01-06T05:02:14.374" v="90"/>
          <ac:picMkLst>
            <pc:docMk/>
            <pc:sldMk cId="275566937" sldId="296"/>
            <ac:picMk id="21" creationId="{139872F2-31AB-6175-5C09-AC11CD7E6F61}"/>
          </ac:picMkLst>
        </pc:picChg>
      </pc:sldChg>
      <pc:sldChg chg="del">
        <pc:chgData name="BANDARANAYAKE .B.G.W.T.N it22247018" userId="S::it22247018@my.sliit.lk::ad638593-24e3-48fe-8a68-665fdcc3a8ae" providerId="AD" clId="Web-{73A3C8BE-C9B0-7528-F851-95A56D499040}" dt="2026-01-06T04:39:55.884" v="65"/>
        <pc:sldMkLst>
          <pc:docMk/>
          <pc:sldMk cId="1620408964" sldId="298"/>
        </pc:sldMkLst>
      </pc:sldChg>
      <pc:sldChg chg="modSp">
        <pc:chgData name="BANDARANAYAKE .B.G.W.T.N it22247018" userId="S::it22247018@my.sliit.lk::ad638593-24e3-48fe-8a68-665fdcc3a8ae" providerId="AD" clId="Web-{73A3C8BE-C9B0-7528-F851-95A56D499040}" dt="2026-01-06T07:30:57.176" v="508" actId="20577"/>
        <pc:sldMkLst>
          <pc:docMk/>
          <pc:sldMk cId="3207891637" sldId="301"/>
        </pc:sldMkLst>
        <pc:spChg chg="mod">
          <ac:chgData name="BANDARANAYAKE .B.G.W.T.N it22247018" userId="S::it22247018@my.sliit.lk::ad638593-24e3-48fe-8a68-665fdcc3a8ae" providerId="AD" clId="Web-{73A3C8BE-C9B0-7528-F851-95A56D499040}" dt="2026-01-06T07:30:57.176" v="508" actId="20577"/>
          <ac:spMkLst>
            <pc:docMk/>
            <pc:sldMk cId="3207891637" sldId="301"/>
            <ac:spMk id="35" creationId="{CF20343B-243B-7F7B-53A6-36F9A0CD4843}"/>
          </ac:spMkLst>
        </pc:spChg>
      </pc:sldChg>
      <pc:sldChg chg="modSp">
        <pc:chgData name="BANDARANAYAKE .B.G.W.T.N it22247018" userId="S::it22247018@my.sliit.lk::ad638593-24e3-48fe-8a68-665fdcc3a8ae" providerId="AD" clId="Web-{73A3C8BE-C9B0-7528-F851-95A56D499040}" dt="2026-01-06T07:31:20.176" v="518" actId="20577"/>
        <pc:sldMkLst>
          <pc:docMk/>
          <pc:sldMk cId="2133016679" sldId="303"/>
        </pc:sldMkLst>
        <pc:spChg chg="mod">
          <ac:chgData name="BANDARANAYAKE .B.G.W.T.N it22247018" userId="S::it22247018@my.sliit.lk::ad638593-24e3-48fe-8a68-665fdcc3a8ae" providerId="AD" clId="Web-{73A3C8BE-C9B0-7528-F851-95A56D499040}" dt="2026-01-06T07:31:20.176" v="518" actId="20577"/>
          <ac:spMkLst>
            <pc:docMk/>
            <pc:sldMk cId="2133016679" sldId="303"/>
            <ac:spMk id="31" creationId="{3C341893-4B56-B91A-DDBC-74C7552119A9}"/>
          </ac:spMkLst>
        </pc:spChg>
      </pc:sldChg>
      <pc:sldChg chg="addSp modSp">
        <pc:chgData name="BANDARANAYAKE .B.G.W.T.N it22247018" userId="S::it22247018@my.sliit.lk::ad638593-24e3-48fe-8a68-665fdcc3a8ae" providerId="AD" clId="Web-{73A3C8BE-C9B0-7528-F851-95A56D499040}" dt="2026-01-06T06:17:26.816" v="180" actId="1076"/>
        <pc:sldMkLst>
          <pc:docMk/>
          <pc:sldMk cId="1862721585" sldId="304"/>
        </pc:sldMkLst>
        <pc:spChg chg="mod">
          <ac:chgData name="BANDARANAYAKE .B.G.W.T.N it22247018" userId="S::it22247018@my.sliit.lk::ad638593-24e3-48fe-8a68-665fdcc3a8ae" providerId="AD" clId="Web-{73A3C8BE-C9B0-7528-F851-95A56D499040}" dt="2026-01-06T06:17:26.816" v="180" actId="1076"/>
          <ac:spMkLst>
            <pc:docMk/>
            <pc:sldMk cId="1862721585" sldId="304"/>
            <ac:spMk id="5" creationId="{E6793A57-5225-2AC6-72E8-76A8D1FB2528}"/>
          </ac:spMkLst>
        </pc:spChg>
        <pc:picChg chg="add mod">
          <ac:chgData name="BANDARANAYAKE .B.G.W.T.N it22247018" userId="S::it22247018@my.sliit.lk::ad638593-24e3-48fe-8a68-665fdcc3a8ae" providerId="AD" clId="Web-{73A3C8BE-C9B0-7528-F851-95A56D499040}" dt="2026-01-06T06:17:19.207" v="177" actId="1076"/>
          <ac:picMkLst>
            <pc:docMk/>
            <pc:sldMk cId="1862721585" sldId="304"/>
            <ac:picMk id="4" creationId="{0BBD8646-C95A-7C29-ACEF-1C6B2759EAFA}"/>
          </ac:picMkLst>
        </pc:picChg>
      </pc:sldChg>
      <pc:sldChg chg="modSp">
        <pc:chgData name="BANDARANAYAKE .B.G.W.T.N it22247018" userId="S::it22247018@my.sliit.lk::ad638593-24e3-48fe-8a68-665fdcc3a8ae" providerId="AD" clId="Web-{73A3C8BE-C9B0-7528-F851-95A56D499040}" dt="2026-01-06T07:30:27.410" v="499" actId="20577"/>
        <pc:sldMkLst>
          <pc:docMk/>
          <pc:sldMk cId="3080667438" sldId="305"/>
        </pc:sldMkLst>
        <pc:spChg chg="mod">
          <ac:chgData name="BANDARANAYAKE .B.G.W.T.N it22247018" userId="S::it22247018@my.sliit.lk::ad638593-24e3-48fe-8a68-665fdcc3a8ae" providerId="AD" clId="Web-{73A3C8BE-C9B0-7528-F851-95A56D499040}" dt="2026-01-06T07:30:27.410" v="499" actId="20577"/>
          <ac:spMkLst>
            <pc:docMk/>
            <pc:sldMk cId="3080667438" sldId="305"/>
            <ac:spMk id="26" creationId="{3F09329E-CBA6-8253-928C-E7B87DDD6EE7}"/>
          </ac:spMkLst>
        </pc:spChg>
      </pc:sldChg>
      <pc:sldChg chg="modSp">
        <pc:chgData name="BANDARANAYAKE .B.G.W.T.N it22247018" userId="S::it22247018@my.sliit.lk::ad638593-24e3-48fe-8a68-665fdcc3a8ae" providerId="AD" clId="Web-{73A3C8BE-C9B0-7528-F851-95A56D499040}" dt="2026-01-06T07:30:35.770" v="501" actId="20577"/>
        <pc:sldMkLst>
          <pc:docMk/>
          <pc:sldMk cId="3070838865" sldId="306"/>
        </pc:sldMkLst>
        <pc:spChg chg="mod">
          <ac:chgData name="BANDARANAYAKE .B.G.W.T.N it22247018" userId="S::it22247018@my.sliit.lk::ad638593-24e3-48fe-8a68-665fdcc3a8ae" providerId="AD" clId="Web-{73A3C8BE-C9B0-7528-F851-95A56D499040}" dt="2026-01-06T07:30:35.770" v="501" actId="20577"/>
          <ac:spMkLst>
            <pc:docMk/>
            <pc:sldMk cId="3070838865" sldId="306"/>
            <ac:spMk id="26" creationId="{90717D04-2359-B657-356A-83A05BB5A598}"/>
          </ac:spMkLst>
        </pc:spChg>
      </pc:sldChg>
      <pc:sldChg chg="modSp">
        <pc:chgData name="BANDARANAYAKE .B.G.W.T.N it22247018" userId="S::it22247018@my.sliit.lk::ad638593-24e3-48fe-8a68-665fdcc3a8ae" providerId="AD" clId="Web-{73A3C8BE-C9B0-7528-F851-95A56D499040}" dt="2026-01-06T07:31:08.645" v="511" actId="20577"/>
        <pc:sldMkLst>
          <pc:docMk/>
          <pc:sldMk cId="1155503424" sldId="307"/>
        </pc:sldMkLst>
        <pc:spChg chg="mod">
          <ac:chgData name="BANDARANAYAKE .B.G.W.T.N it22247018" userId="S::it22247018@my.sliit.lk::ad638593-24e3-48fe-8a68-665fdcc3a8ae" providerId="AD" clId="Web-{73A3C8BE-C9B0-7528-F851-95A56D499040}" dt="2026-01-06T07:31:08.645" v="511" actId="20577"/>
          <ac:spMkLst>
            <pc:docMk/>
            <pc:sldMk cId="1155503424" sldId="307"/>
            <ac:spMk id="28" creationId="{373D1CF3-F64B-0E9F-E4A7-86DCD1B5B506}"/>
          </ac:spMkLst>
        </pc:spChg>
      </pc:sldChg>
      <pc:sldChg chg="modSp">
        <pc:chgData name="BANDARANAYAKE .B.G.W.T.N it22247018" userId="S::it22247018@my.sliit.lk::ad638593-24e3-48fe-8a68-665fdcc3a8ae" providerId="AD" clId="Web-{73A3C8BE-C9B0-7528-F851-95A56D499040}" dt="2026-01-06T07:29:12.769" v="475" actId="20577"/>
        <pc:sldMkLst>
          <pc:docMk/>
          <pc:sldMk cId="31241480" sldId="308"/>
        </pc:sldMkLst>
        <pc:spChg chg="mod">
          <ac:chgData name="BANDARANAYAKE .B.G.W.T.N it22247018" userId="S::it22247018@my.sliit.lk::ad638593-24e3-48fe-8a68-665fdcc3a8ae" providerId="AD" clId="Web-{73A3C8BE-C9B0-7528-F851-95A56D499040}" dt="2026-01-06T07:29:12.769" v="475" actId="20577"/>
          <ac:spMkLst>
            <pc:docMk/>
            <pc:sldMk cId="31241480" sldId="308"/>
            <ac:spMk id="6" creationId="{CD5BDB0C-8022-A863-87FA-7B6B04EA1AAD}"/>
          </ac:spMkLst>
        </pc:spChg>
      </pc:sldChg>
      <pc:sldChg chg="modSp">
        <pc:chgData name="BANDARANAYAKE .B.G.W.T.N it22247018" userId="S::it22247018@my.sliit.lk::ad638593-24e3-48fe-8a68-665fdcc3a8ae" providerId="AD" clId="Web-{73A3C8BE-C9B0-7528-F851-95A56D499040}" dt="2026-01-06T07:31:14.707" v="514" actId="20577"/>
        <pc:sldMkLst>
          <pc:docMk/>
          <pc:sldMk cId="2248049284" sldId="309"/>
        </pc:sldMkLst>
        <pc:spChg chg="mod">
          <ac:chgData name="BANDARANAYAKE .B.G.W.T.N it22247018" userId="S::it22247018@my.sliit.lk::ad638593-24e3-48fe-8a68-665fdcc3a8ae" providerId="AD" clId="Web-{73A3C8BE-C9B0-7528-F851-95A56D499040}" dt="2026-01-06T07:31:14.707" v="514" actId="20577"/>
          <ac:spMkLst>
            <pc:docMk/>
            <pc:sldMk cId="2248049284" sldId="309"/>
            <ac:spMk id="30" creationId="{4DE394D0-A20A-7A49-F3EB-EC55717EB56F}"/>
          </ac:spMkLst>
        </pc:spChg>
      </pc:sldChg>
      <pc:sldChg chg="modSp">
        <pc:chgData name="BANDARANAYAKE .B.G.W.T.N it22247018" userId="S::it22247018@my.sliit.lk::ad638593-24e3-48fe-8a68-665fdcc3a8ae" providerId="AD" clId="Web-{73A3C8BE-C9B0-7528-F851-95A56D499040}" dt="2026-01-06T07:30:45.051" v="504" actId="20577"/>
        <pc:sldMkLst>
          <pc:docMk/>
          <pc:sldMk cId="212406100" sldId="310"/>
        </pc:sldMkLst>
        <pc:spChg chg="mod">
          <ac:chgData name="BANDARANAYAKE .B.G.W.T.N it22247018" userId="S::it22247018@my.sliit.lk::ad638593-24e3-48fe-8a68-665fdcc3a8ae" providerId="AD" clId="Web-{73A3C8BE-C9B0-7528-F851-95A56D499040}" dt="2026-01-06T07:30:45.051" v="504" actId="20577"/>
          <ac:spMkLst>
            <pc:docMk/>
            <pc:sldMk cId="212406100" sldId="310"/>
            <ac:spMk id="24" creationId="{A615C76D-A0C3-66B1-05B5-2B62B2378FBD}"/>
          </ac:spMkLst>
        </pc:spChg>
      </pc:sldChg>
      <pc:sldChg chg="modSp">
        <pc:chgData name="BANDARANAYAKE .B.G.W.T.N it22247018" userId="S::it22247018@my.sliit.lk::ad638593-24e3-48fe-8a68-665fdcc3a8ae" providerId="AD" clId="Web-{73A3C8BE-C9B0-7528-F851-95A56D499040}" dt="2026-01-06T07:31:29.161" v="520" actId="20577"/>
        <pc:sldMkLst>
          <pc:docMk/>
          <pc:sldMk cId="4187577602" sldId="311"/>
        </pc:sldMkLst>
        <pc:spChg chg="mod">
          <ac:chgData name="BANDARANAYAKE .B.G.W.T.N it22247018" userId="S::it22247018@my.sliit.lk::ad638593-24e3-48fe-8a68-665fdcc3a8ae" providerId="AD" clId="Web-{73A3C8BE-C9B0-7528-F851-95A56D499040}" dt="2026-01-06T07:31:29.161" v="520" actId="20577"/>
          <ac:spMkLst>
            <pc:docMk/>
            <pc:sldMk cId="4187577602" sldId="311"/>
            <ac:spMk id="9" creationId="{E8072442-D2AA-2325-D499-07D2C885666A}"/>
          </ac:spMkLst>
        </pc:spChg>
      </pc:sldChg>
      <pc:sldChg chg="modSp">
        <pc:chgData name="BANDARANAYAKE .B.G.W.T.N it22247018" userId="S::it22247018@my.sliit.lk::ad638593-24e3-48fe-8a68-665fdcc3a8ae" providerId="AD" clId="Web-{73A3C8BE-C9B0-7528-F851-95A56D499040}" dt="2026-01-06T07:31:34.801" v="522" actId="20577"/>
        <pc:sldMkLst>
          <pc:docMk/>
          <pc:sldMk cId="3068974501" sldId="312"/>
        </pc:sldMkLst>
        <pc:spChg chg="mod">
          <ac:chgData name="BANDARANAYAKE .B.G.W.T.N it22247018" userId="S::it22247018@my.sliit.lk::ad638593-24e3-48fe-8a68-665fdcc3a8ae" providerId="AD" clId="Web-{73A3C8BE-C9B0-7528-F851-95A56D499040}" dt="2026-01-06T07:31:34.801" v="522" actId="20577"/>
          <ac:spMkLst>
            <pc:docMk/>
            <pc:sldMk cId="3068974501" sldId="312"/>
            <ac:spMk id="12" creationId="{614C416E-E48A-99A0-8423-ACF9C677DE4F}"/>
          </ac:spMkLst>
        </pc:spChg>
      </pc:sldChg>
      <pc:sldChg chg="modSp">
        <pc:chgData name="BANDARANAYAKE .B.G.W.T.N it22247018" userId="S::it22247018@my.sliit.lk::ad638593-24e3-48fe-8a68-665fdcc3a8ae" providerId="AD" clId="Web-{73A3C8BE-C9B0-7528-F851-95A56D499040}" dt="2026-01-06T07:31:41.504" v="525" actId="20577"/>
        <pc:sldMkLst>
          <pc:docMk/>
          <pc:sldMk cId="2539868197" sldId="313"/>
        </pc:sldMkLst>
        <pc:spChg chg="mod">
          <ac:chgData name="BANDARANAYAKE .B.G.W.T.N it22247018" userId="S::it22247018@my.sliit.lk::ad638593-24e3-48fe-8a68-665fdcc3a8ae" providerId="AD" clId="Web-{73A3C8BE-C9B0-7528-F851-95A56D499040}" dt="2026-01-06T07:31:41.504" v="525" actId="20577"/>
          <ac:spMkLst>
            <pc:docMk/>
            <pc:sldMk cId="2539868197" sldId="313"/>
            <ac:spMk id="26" creationId="{91576168-B5BF-87A5-C557-99138D867CCC}"/>
          </ac:spMkLst>
        </pc:spChg>
      </pc:sldChg>
      <pc:sldChg chg="modSp">
        <pc:chgData name="BANDARANAYAKE .B.G.W.T.N it22247018" userId="S::it22247018@my.sliit.lk::ad638593-24e3-48fe-8a68-665fdcc3a8ae" providerId="AD" clId="Web-{73A3C8BE-C9B0-7528-F851-95A56D499040}" dt="2026-01-06T07:26:57.143" v="444" actId="20577"/>
        <pc:sldMkLst>
          <pc:docMk/>
          <pc:sldMk cId="2821269468" sldId="314"/>
        </pc:sldMkLst>
        <pc:spChg chg="mod">
          <ac:chgData name="BANDARANAYAKE .B.G.W.T.N it22247018" userId="S::it22247018@my.sliit.lk::ad638593-24e3-48fe-8a68-665fdcc3a8ae" providerId="AD" clId="Web-{73A3C8BE-C9B0-7528-F851-95A56D499040}" dt="2026-01-06T07:26:57.143" v="444" actId="20577"/>
          <ac:spMkLst>
            <pc:docMk/>
            <pc:sldMk cId="2821269468" sldId="314"/>
            <ac:spMk id="43" creationId="{4B1442EF-703E-65E5-A293-321C9E152690}"/>
          </ac:spMkLst>
        </pc:spChg>
      </pc:sldChg>
      <pc:sldChg chg="modSp">
        <pc:chgData name="BANDARANAYAKE .B.G.W.T.N it22247018" userId="S::it22247018@my.sliit.lk::ad638593-24e3-48fe-8a68-665fdcc3a8ae" providerId="AD" clId="Web-{73A3C8BE-C9B0-7528-F851-95A56D499040}" dt="2026-01-06T07:27:03.706" v="447" actId="20577"/>
        <pc:sldMkLst>
          <pc:docMk/>
          <pc:sldMk cId="1669874644" sldId="315"/>
        </pc:sldMkLst>
        <pc:spChg chg="mod">
          <ac:chgData name="BANDARANAYAKE .B.G.W.T.N it22247018" userId="S::it22247018@my.sliit.lk::ad638593-24e3-48fe-8a68-665fdcc3a8ae" providerId="AD" clId="Web-{73A3C8BE-C9B0-7528-F851-95A56D499040}" dt="2026-01-06T07:27:03.706" v="447" actId="20577"/>
          <ac:spMkLst>
            <pc:docMk/>
            <pc:sldMk cId="1669874644" sldId="315"/>
            <ac:spMk id="39" creationId="{0F8C8BED-94BF-4C9F-A715-9C1E07D12736}"/>
          </ac:spMkLst>
        </pc:spChg>
      </pc:sldChg>
      <pc:sldChg chg="modSp">
        <pc:chgData name="BANDARANAYAKE .B.G.W.T.N it22247018" userId="S::it22247018@my.sliit.lk::ad638593-24e3-48fe-8a68-665fdcc3a8ae" providerId="AD" clId="Web-{73A3C8BE-C9B0-7528-F851-95A56D499040}" dt="2026-01-06T07:29:24.269" v="481" actId="20577"/>
        <pc:sldMkLst>
          <pc:docMk/>
          <pc:sldMk cId="1614554561" sldId="316"/>
        </pc:sldMkLst>
        <pc:spChg chg="mod">
          <ac:chgData name="BANDARANAYAKE .B.G.W.T.N it22247018" userId="S::it22247018@my.sliit.lk::ad638593-24e3-48fe-8a68-665fdcc3a8ae" providerId="AD" clId="Web-{73A3C8BE-C9B0-7528-F851-95A56D499040}" dt="2026-01-06T07:29:24.269" v="481" actId="20577"/>
          <ac:spMkLst>
            <pc:docMk/>
            <pc:sldMk cId="1614554561" sldId="316"/>
            <ac:spMk id="26" creationId="{64F06076-2547-1666-9230-B2343C053C1D}"/>
          </ac:spMkLst>
        </pc:spChg>
        <pc:spChg chg="mod">
          <ac:chgData name="BANDARANAYAKE .B.G.W.T.N it22247018" userId="S::it22247018@my.sliit.lk::ad638593-24e3-48fe-8a68-665fdcc3a8ae" providerId="AD" clId="Web-{73A3C8BE-C9B0-7528-F851-95A56D499040}" dt="2026-01-06T06:15:11.128" v="162" actId="20577"/>
          <ac:spMkLst>
            <pc:docMk/>
            <pc:sldMk cId="1614554561" sldId="316"/>
            <ac:spMk id="43" creationId="{4713AD63-05E5-A814-4332-503A3AB27748}"/>
          </ac:spMkLst>
        </pc:spChg>
      </pc:sldChg>
      <pc:sldChg chg="new del">
        <pc:chgData name="BANDARANAYAKE .B.G.W.T.N it22247018" userId="S::it22247018@my.sliit.lk::ad638593-24e3-48fe-8a68-665fdcc3a8ae" providerId="AD" clId="Web-{73A3C8BE-C9B0-7528-F851-95A56D499040}" dt="2026-01-06T04:44:23.755" v="68"/>
        <pc:sldMkLst>
          <pc:docMk/>
          <pc:sldMk cId="3281214841" sldId="316"/>
        </pc:sldMkLst>
      </pc:sldChg>
      <pc:sldChg chg="modSp">
        <pc:chgData name="BANDARANAYAKE .B.G.W.T.N it22247018" userId="S::it22247018@my.sliit.lk::ad638593-24e3-48fe-8a68-665fdcc3a8ae" providerId="AD" clId="Web-{73A3C8BE-C9B0-7528-F851-95A56D499040}" dt="2026-01-06T07:29:30.676" v="485" actId="20577"/>
        <pc:sldMkLst>
          <pc:docMk/>
          <pc:sldMk cId="2284884246" sldId="317"/>
        </pc:sldMkLst>
        <pc:spChg chg="mod">
          <ac:chgData name="BANDARANAYAKE .B.G.W.T.N it22247018" userId="S::it22247018@my.sliit.lk::ad638593-24e3-48fe-8a68-665fdcc3a8ae" providerId="AD" clId="Web-{73A3C8BE-C9B0-7528-F851-95A56D499040}" dt="2026-01-06T07:29:30.676" v="485" actId="20577"/>
          <ac:spMkLst>
            <pc:docMk/>
            <pc:sldMk cId="2284884246" sldId="317"/>
            <ac:spMk id="26" creationId="{158DAF01-5058-B116-7A43-500820CB6661}"/>
          </ac:spMkLst>
        </pc:spChg>
        <pc:spChg chg="mod">
          <ac:chgData name="BANDARANAYAKE .B.G.W.T.N it22247018" userId="S::it22247018@my.sliit.lk::ad638593-24e3-48fe-8a68-665fdcc3a8ae" providerId="AD" clId="Web-{73A3C8BE-C9B0-7528-F851-95A56D499040}" dt="2026-01-06T06:15:15.425" v="165" actId="20577"/>
          <ac:spMkLst>
            <pc:docMk/>
            <pc:sldMk cId="2284884246" sldId="317"/>
            <ac:spMk id="43" creationId="{191F58FE-3E88-C2AD-98B7-0FE354107E4C}"/>
          </ac:spMkLst>
        </pc:spChg>
      </pc:sldChg>
      <pc:sldChg chg="addSp delSp modSp ord">
        <pc:chgData name="BANDARANAYAKE .B.G.W.T.N it22247018" userId="S::it22247018@my.sliit.lk::ad638593-24e3-48fe-8a68-665fdcc3a8ae" providerId="AD" clId="Web-{73A3C8BE-C9B0-7528-F851-95A56D499040}" dt="2026-01-06T07:26:49.956" v="441" actId="20577"/>
        <pc:sldMkLst>
          <pc:docMk/>
          <pc:sldMk cId="1842059888" sldId="318"/>
        </pc:sldMkLst>
        <pc:spChg chg="del">
          <ac:chgData name="BANDARANAYAKE .B.G.W.T.N it22247018" userId="S::it22247018@my.sliit.lk::ad638593-24e3-48fe-8a68-665fdcc3a8ae" providerId="AD" clId="Web-{73A3C8BE-C9B0-7528-F851-95A56D499040}" dt="2026-01-06T07:16:08.196" v="253"/>
          <ac:spMkLst>
            <pc:docMk/>
            <pc:sldMk cId="1842059888" sldId="318"/>
            <ac:spMk id="3" creationId="{D46EEDBD-32A1-626E-1F00-7171EFAD427C}"/>
          </ac:spMkLst>
        </pc:spChg>
        <pc:spChg chg="del mod">
          <ac:chgData name="BANDARANAYAKE .B.G.W.T.N it22247018" userId="S::it22247018@my.sliit.lk::ad638593-24e3-48fe-8a68-665fdcc3a8ae" providerId="AD" clId="Web-{73A3C8BE-C9B0-7528-F851-95A56D499040}" dt="2026-01-06T07:16:08.196" v="248"/>
          <ac:spMkLst>
            <pc:docMk/>
            <pc:sldMk cId="1842059888" sldId="318"/>
            <ac:spMk id="4" creationId="{058C6F83-30A1-46B9-7FEC-71DEF3F9EE6C}"/>
          </ac:spMkLst>
        </pc:spChg>
        <pc:spChg chg="add del">
          <ac:chgData name="BANDARANAYAKE .B.G.W.T.N it22247018" userId="S::it22247018@my.sliit.lk::ad638593-24e3-48fe-8a68-665fdcc3a8ae" providerId="AD" clId="Web-{73A3C8BE-C9B0-7528-F851-95A56D499040}" dt="2026-01-06T07:14:46.180" v="223"/>
          <ac:spMkLst>
            <pc:docMk/>
            <pc:sldMk cId="1842059888" sldId="318"/>
            <ac:spMk id="5" creationId="{7F3B2670-4A51-32A8-DD96-A644C3E34FA8}"/>
          </ac:spMkLst>
        </pc:spChg>
        <pc:spChg chg="mod">
          <ac:chgData name="BANDARANAYAKE .B.G.W.T.N it22247018" userId="S::it22247018@my.sliit.lk::ad638593-24e3-48fe-8a68-665fdcc3a8ae" providerId="AD" clId="Web-{73A3C8BE-C9B0-7528-F851-95A56D499040}" dt="2026-01-06T07:14:39.586" v="215" actId="1076"/>
          <ac:spMkLst>
            <pc:docMk/>
            <pc:sldMk cId="1842059888" sldId="318"/>
            <ac:spMk id="6" creationId="{49FB72E8-C4DA-A45A-D6D5-F1A28F42E65D}"/>
          </ac:spMkLst>
        </pc:spChg>
        <pc:spChg chg="add del">
          <ac:chgData name="BANDARANAYAKE .B.G.W.T.N it22247018" userId="S::it22247018@my.sliit.lk::ad638593-24e3-48fe-8a68-665fdcc3a8ae" providerId="AD" clId="Web-{73A3C8BE-C9B0-7528-F851-95A56D499040}" dt="2026-01-06T07:14:46.180" v="222"/>
          <ac:spMkLst>
            <pc:docMk/>
            <pc:sldMk cId="1842059888" sldId="318"/>
            <ac:spMk id="7" creationId="{5B0ADB0D-1D7A-8100-9BF4-D520554D04DF}"/>
          </ac:spMkLst>
        </pc:spChg>
        <pc:spChg chg="add del">
          <ac:chgData name="BANDARANAYAKE .B.G.W.T.N it22247018" userId="S::it22247018@my.sliit.lk::ad638593-24e3-48fe-8a68-665fdcc3a8ae" providerId="AD" clId="Web-{73A3C8BE-C9B0-7528-F851-95A56D499040}" dt="2026-01-06T07:14:46.180" v="221"/>
          <ac:spMkLst>
            <pc:docMk/>
            <pc:sldMk cId="1842059888" sldId="318"/>
            <ac:spMk id="8" creationId="{3BAEECC8-8438-AFB7-E56F-7C7BA88D0BED}"/>
          </ac:spMkLst>
        </pc:spChg>
        <pc:spChg chg="add del">
          <ac:chgData name="BANDARANAYAKE .B.G.W.T.N it22247018" userId="S::it22247018@my.sliit.lk::ad638593-24e3-48fe-8a68-665fdcc3a8ae" providerId="AD" clId="Web-{73A3C8BE-C9B0-7528-F851-95A56D499040}" dt="2026-01-06T07:14:46.180" v="220"/>
          <ac:spMkLst>
            <pc:docMk/>
            <pc:sldMk cId="1842059888" sldId="318"/>
            <ac:spMk id="9" creationId="{2E0E5E6A-148F-2CCB-1940-61F99B1C8DEE}"/>
          </ac:spMkLst>
        </pc:spChg>
        <pc:spChg chg="add del mod">
          <ac:chgData name="BANDARANAYAKE .B.G.W.T.N it22247018" userId="S::it22247018@my.sliit.lk::ad638593-24e3-48fe-8a68-665fdcc3a8ae" providerId="AD" clId="Web-{73A3C8BE-C9B0-7528-F851-95A56D499040}" dt="2026-01-06T07:16:08.196" v="247"/>
          <ac:spMkLst>
            <pc:docMk/>
            <pc:sldMk cId="1842059888" sldId="318"/>
            <ac:spMk id="10" creationId="{BCF55D21-57F4-3BCD-632A-13E4F5F45BBB}"/>
          </ac:spMkLst>
        </pc:spChg>
        <pc:spChg chg="add del mod">
          <ac:chgData name="BANDARANAYAKE .B.G.W.T.N it22247018" userId="S::it22247018@my.sliit.lk::ad638593-24e3-48fe-8a68-665fdcc3a8ae" providerId="AD" clId="Web-{73A3C8BE-C9B0-7528-F851-95A56D499040}" dt="2026-01-06T07:16:08.196" v="246"/>
          <ac:spMkLst>
            <pc:docMk/>
            <pc:sldMk cId="1842059888" sldId="318"/>
            <ac:spMk id="11" creationId="{91FE0FF9-E8BE-B247-B1DB-EE78C6B8C74B}"/>
          </ac:spMkLst>
        </pc:spChg>
        <pc:spChg chg="add del mod">
          <ac:chgData name="BANDARANAYAKE .B.G.W.T.N it22247018" userId="S::it22247018@my.sliit.lk::ad638593-24e3-48fe-8a68-665fdcc3a8ae" providerId="AD" clId="Web-{73A3C8BE-C9B0-7528-F851-95A56D499040}" dt="2026-01-06T07:16:08.196" v="245"/>
          <ac:spMkLst>
            <pc:docMk/>
            <pc:sldMk cId="1842059888" sldId="318"/>
            <ac:spMk id="12" creationId="{B10DB9AB-6871-8DDC-3924-4A196386F662}"/>
          </ac:spMkLst>
        </pc:spChg>
        <pc:spChg chg="add del mod">
          <ac:chgData name="BANDARANAYAKE .B.G.W.T.N it22247018" userId="S::it22247018@my.sliit.lk::ad638593-24e3-48fe-8a68-665fdcc3a8ae" providerId="AD" clId="Web-{73A3C8BE-C9B0-7528-F851-95A56D499040}" dt="2026-01-06T07:22:58.500" v="360" actId="20577"/>
          <ac:spMkLst>
            <pc:docMk/>
            <pc:sldMk cId="1842059888" sldId="318"/>
            <ac:spMk id="13" creationId="{4D6767DC-B1F1-B693-6046-CC4371456445}"/>
          </ac:spMkLst>
        </pc:spChg>
        <pc:spChg chg="add mod">
          <ac:chgData name="BANDARANAYAKE .B.G.W.T.N it22247018" userId="S::it22247018@my.sliit.lk::ad638593-24e3-48fe-8a68-665fdcc3a8ae" providerId="AD" clId="Web-{73A3C8BE-C9B0-7528-F851-95A56D499040}" dt="2026-01-06T07:22:01.156" v="330" actId="1076"/>
          <ac:spMkLst>
            <pc:docMk/>
            <pc:sldMk cId="1842059888" sldId="318"/>
            <ac:spMk id="14" creationId="{086B082C-E544-7029-C61E-EE85357F387C}"/>
          </ac:spMkLst>
        </pc:spChg>
        <pc:spChg chg="add mod">
          <ac:chgData name="BANDARANAYAKE .B.G.W.T.N it22247018" userId="S::it22247018@my.sliit.lk::ad638593-24e3-48fe-8a68-665fdcc3a8ae" providerId="AD" clId="Web-{73A3C8BE-C9B0-7528-F851-95A56D499040}" dt="2026-01-06T07:23:04.266" v="362" actId="20577"/>
          <ac:spMkLst>
            <pc:docMk/>
            <pc:sldMk cId="1842059888" sldId="318"/>
            <ac:spMk id="15" creationId="{79181A07-799F-944B-D7F2-DB08856C09B2}"/>
          </ac:spMkLst>
        </pc:spChg>
        <pc:spChg chg="add mod">
          <ac:chgData name="BANDARANAYAKE .B.G.W.T.N it22247018" userId="S::it22247018@my.sliit.lk::ad638593-24e3-48fe-8a68-665fdcc3a8ae" providerId="AD" clId="Web-{73A3C8BE-C9B0-7528-F851-95A56D499040}" dt="2026-01-06T07:21:52.968" v="328" actId="1076"/>
          <ac:spMkLst>
            <pc:docMk/>
            <pc:sldMk cId="1842059888" sldId="318"/>
            <ac:spMk id="16" creationId="{72F44AF4-7AEB-671B-6C90-C28FCB30804E}"/>
          </ac:spMkLst>
        </pc:spChg>
        <pc:spChg chg="add mod">
          <ac:chgData name="BANDARANAYAKE .B.G.W.T.N it22247018" userId="S::it22247018@my.sliit.lk::ad638593-24e3-48fe-8a68-665fdcc3a8ae" providerId="AD" clId="Web-{73A3C8BE-C9B0-7528-F851-95A56D499040}" dt="2026-01-06T07:21:47.187" v="326" actId="1076"/>
          <ac:spMkLst>
            <pc:docMk/>
            <pc:sldMk cId="1842059888" sldId="318"/>
            <ac:spMk id="17" creationId="{0AC09DE2-718F-A8B6-3548-9BCF3D6950E1}"/>
          </ac:spMkLst>
        </pc:spChg>
        <pc:spChg chg="add mod">
          <ac:chgData name="BANDARANAYAKE .B.G.W.T.N it22247018" userId="S::it22247018@my.sliit.lk::ad638593-24e3-48fe-8a68-665fdcc3a8ae" providerId="AD" clId="Web-{73A3C8BE-C9B0-7528-F851-95A56D499040}" dt="2026-01-06T07:21:49.046" v="327" actId="1076"/>
          <ac:spMkLst>
            <pc:docMk/>
            <pc:sldMk cId="1842059888" sldId="318"/>
            <ac:spMk id="18" creationId="{238DEAAE-C094-BB2A-7782-1478E890847A}"/>
          </ac:spMkLst>
        </pc:spChg>
        <pc:spChg chg="mod">
          <ac:chgData name="BANDARANAYAKE .B.G.W.T.N it22247018" userId="S::it22247018@my.sliit.lk::ad638593-24e3-48fe-8a68-665fdcc3a8ae" providerId="AD" clId="Web-{73A3C8BE-C9B0-7528-F851-95A56D499040}" dt="2026-01-06T07:22:19.047" v="332" actId="1076"/>
          <ac:spMkLst>
            <pc:docMk/>
            <pc:sldMk cId="1842059888" sldId="318"/>
            <ac:spMk id="28" creationId="{049126F4-9292-340B-A969-E80F3A51AC44}"/>
          </ac:spMkLst>
        </pc:spChg>
        <pc:spChg chg="mod">
          <ac:chgData name="BANDARANAYAKE .B.G.W.T.N it22247018" userId="S::it22247018@my.sliit.lk::ad638593-24e3-48fe-8a68-665fdcc3a8ae" providerId="AD" clId="Web-{73A3C8BE-C9B0-7528-F851-95A56D499040}" dt="2026-01-06T07:22:25.219" v="333" actId="1076"/>
          <ac:spMkLst>
            <pc:docMk/>
            <pc:sldMk cId="1842059888" sldId="318"/>
            <ac:spMk id="30" creationId="{BB244A99-BF6E-5812-CA8B-C334345903C3}"/>
          </ac:spMkLst>
        </pc:spChg>
        <pc:spChg chg="del mod">
          <ac:chgData name="BANDARANAYAKE .B.G.W.T.N it22247018" userId="S::it22247018@my.sliit.lk::ad638593-24e3-48fe-8a68-665fdcc3a8ae" providerId="AD" clId="Web-{73A3C8BE-C9B0-7528-F851-95A56D499040}" dt="2026-01-06T07:16:08.196" v="252"/>
          <ac:spMkLst>
            <pc:docMk/>
            <pc:sldMk cId="1842059888" sldId="318"/>
            <ac:spMk id="32" creationId="{02CF1733-6219-D5B7-0736-BEDB13D62577}"/>
          </ac:spMkLst>
        </pc:spChg>
        <pc:spChg chg="del mod">
          <ac:chgData name="BANDARANAYAKE .B.G.W.T.N it22247018" userId="S::it22247018@my.sliit.lk::ad638593-24e3-48fe-8a68-665fdcc3a8ae" providerId="AD" clId="Web-{73A3C8BE-C9B0-7528-F851-95A56D499040}" dt="2026-01-06T07:16:08.196" v="251"/>
          <ac:spMkLst>
            <pc:docMk/>
            <pc:sldMk cId="1842059888" sldId="318"/>
            <ac:spMk id="35" creationId="{8656CB08-4236-0DC3-6379-29DD984DD8B5}"/>
          </ac:spMkLst>
        </pc:spChg>
        <pc:spChg chg="mod">
          <ac:chgData name="BANDARANAYAKE .B.G.W.T.N it22247018" userId="S::it22247018@my.sliit.lk::ad638593-24e3-48fe-8a68-665fdcc3a8ae" providerId="AD" clId="Web-{73A3C8BE-C9B0-7528-F851-95A56D499040}" dt="2026-01-06T07:26:49.956" v="441" actId="20577"/>
          <ac:spMkLst>
            <pc:docMk/>
            <pc:sldMk cId="1842059888" sldId="318"/>
            <ac:spMk id="36" creationId="{0FB3FF78-F86F-75A1-0B87-D1B586CF7DC6}"/>
          </ac:spMkLst>
        </pc:spChg>
        <pc:spChg chg="del mod">
          <ac:chgData name="BANDARANAYAKE .B.G.W.T.N it22247018" userId="S::it22247018@my.sliit.lk::ad638593-24e3-48fe-8a68-665fdcc3a8ae" providerId="AD" clId="Web-{73A3C8BE-C9B0-7528-F851-95A56D499040}" dt="2026-01-06T07:16:08.196" v="250"/>
          <ac:spMkLst>
            <pc:docMk/>
            <pc:sldMk cId="1842059888" sldId="318"/>
            <ac:spMk id="39" creationId="{9405B7E4-D2CF-B47D-A3CF-D45A8961570B}"/>
          </ac:spMkLst>
        </pc:spChg>
        <pc:spChg chg="mod">
          <ac:chgData name="BANDARANAYAKE .B.G.W.T.N it22247018" userId="S::it22247018@my.sliit.lk::ad638593-24e3-48fe-8a68-665fdcc3a8ae" providerId="AD" clId="Web-{73A3C8BE-C9B0-7528-F851-95A56D499040}" dt="2026-01-06T07:22:45.781" v="359" actId="20577"/>
          <ac:spMkLst>
            <pc:docMk/>
            <pc:sldMk cId="1842059888" sldId="318"/>
            <ac:spMk id="40" creationId="{0F1B1FB2-0890-A861-9196-B69D895CBE27}"/>
          </ac:spMkLst>
        </pc:spChg>
        <pc:spChg chg="del mod">
          <ac:chgData name="BANDARANAYAKE .B.G.W.T.N it22247018" userId="S::it22247018@my.sliit.lk::ad638593-24e3-48fe-8a68-665fdcc3a8ae" providerId="AD" clId="Web-{73A3C8BE-C9B0-7528-F851-95A56D499040}" dt="2026-01-06T07:16:08.196" v="249"/>
          <ac:spMkLst>
            <pc:docMk/>
            <pc:sldMk cId="1842059888" sldId="318"/>
            <ac:spMk id="42" creationId="{7F792054-84B2-77C0-9624-B31FCC6B79F3}"/>
          </ac:spMkLst>
        </pc:spChg>
      </pc:sldChg>
      <pc:sldChg chg="add replId">
        <pc:chgData name="BANDARANAYAKE .B.G.W.T.N it22247018" userId="S::it22247018@my.sliit.lk::ad638593-24e3-48fe-8a68-665fdcc3a8ae" providerId="AD" clId="Web-{73A3C8BE-C9B0-7528-F851-95A56D499040}" dt="2026-01-06T05:02:31.093" v="91"/>
        <pc:sldMkLst>
          <pc:docMk/>
          <pc:sldMk cId="604613074" sldId="319"/>
        </pc:sldMkLst>
      </pc:sldChg>
      <pc:sldChg chg="add del replId">
        <pc:chgData name="BANDARANAYAKE .B.G.W.T.N it22247018" userId="S::it22247018@my.sliit.lk::ad638593-24e3-48fe-8a68-665fdcc3a8ae" providerId="AD" clId="Web-{73A3C8BE-C9B0-7528-F851-95A56D499040}" dt="2026-01-06T05:02:46.891" v="98"/>
        <pc:sldMkLst>
          <pc:docMk/>
          <pc:sldMk cId="2616796474" sldId="320"/>
        </pc:sldMkLst>
      </pc:sldChg>
      <pc:sldChg chg="modSp">
        <pc:chgData name="BANDARANAYAKE .B.G.W.T.N it22247018" userId="S::it22247018@my.sliit.lk::ad638593-24e3-48fe-8a68-665fdcc3a8ae" providerId="AD" clId="Web-{73A3C8BE-C9B0-7528-F851-95A56D499040}" dt="2026-01-06T07:27:21.565" v="454" actId="20577"/>
        <pc:sldMkLst>
          <pc:docMk/>
          <pc:sldMk cId="4071597053" sldId="320"/>
        </pc:sldMkLst>
        <pc:spChg chg="mod">
          <ac:chgData name="BANDARANAYAKE .B.G.W.T.N it22247018" userId="S::it22247018@my.sliit.lk::ad638593-24e3-48fe-8a68-665fdcc3a8ae" providerId="AD" clId="Web-{73A3C8BE-C9B0-7528-F851-95A56D499040}" dt="2026-01-06T07:27:21.565" v="454" actId="20577"/>
          <ac:spMkLst>
            <pc:docMk/>
            <pc:sldMk cId="4071597053" sldId="320"/>
            <ac:spMk id="23" creationId="{27EB0738-C367-234D-A9E5-D2D21E95CA78}"/>
          </ac:spMkLst>
        </pc:spChg>
      </pc:sldChg>
      <pc:sldChg chg="modSp">
        <pc:chgData name="BANDARANAYAKE .B.G.W.T.N it22247018" userId="S::it22247018@my.sliit.lk::ad638593-24e3-48fe-8a68-665fdcc3a8ae" providerId="AD" clId="Web-{73A3C8BE-C9B0-7528-F851-95A56D499040}" dt="2026-01-06T07:27:33.659" v="457" actId="20577"/>
        <pc:sldMkLst>
          <pc:docMk/>
          <pc:sldMk cId="4253932907" sldId="321"/>
        </pc:sldMkLst>
        <pc:spChg chg="mod">
          <ac:chgData name="BANDARANAYAKE .B.G.W.T.N it22247018" userId="S::it22247018@my.sliit.lk::ad638593-24e3-48fe-8a68-665fdcc3a8ae" providerId="AD" clId="Web-{73A3C8BE-C9B0-7528-F851-95A56D499040}" dt="2026-01-06T07:27:33.659" v="457" actId="20577"/>
          <ac:spMkLst>
            <pc:docMk/>
            <pc:sldMk cId="4253932907" sldId="321"/>
            <ac:spMk id="23" creationId="{6CD58185-3449-D79F-D5F0-FE1C9A6007D3}"/>
          </ac:spMkLst>
        </pc:spChg>
      </pc:sldChg>
      <pc:sldChg chg="modSp">
        <pc:chgData name="BANDARANAYAKE .B.G.W.T.N it22247018" userId="S::it22247018@my.sliit.lk::ad638593-24e3-48fe-8a68-665fdcc3a8ae" providerId="AD" clId="Web-{73A3C8BE-C9B0-7528-F851-95A56D499040}" dt="2026-01-06T07:27:39.987" v="461" actId="20577"/>
        <pc:sldMkLst>
          <pc:docMk/>
          <pc:sldMk cId="2206120367" sldId="322"/>
        </pc:sldMkLst>
        <pc:spChg chg="mod">
          <ac:chgData name="BANDARANAYAKE .B.G.W.T.N it22247018" userId="S::it22247018@my.sliit.lk::ad638593-24e3-48fe-8a68-665fdcc3a8ae" providerId="AD" clId="Web-{73A3C8BE-C9B0-7528-F851-95A56D499040}" dt="2026-01-06T07:27:39.987" v="461" actId="20577"/>
          <ac:spMkLst>
            <pc:docMk/>
            <pc:sldMk cId="2206120367" sldId="322"/>
            <ac:spMk id="26" creationId="{64F06076-2547-1666-9230-B2343C053C1D}"/>
          </ac:spMkLst>
        </pc:spChg>
      </pc:sldChg>
      <pc:sldChg chg="modSp">
        <pc:chgData name="BANDARANAYAKE .B.G.W.T.N it22247018" userId="S::it22247018@my.sliit.lk::ad638593-24e3-48fe-8a68-665fdcc3a8ae" providerId="AD" clId="Web-{73A3C8BE-C9B0-7528-F851-95A56D499040}" dt="2026-01-06T07:27:46.769" v="463" actId="20577"/>
        <pc:sldMkLst>
          <pc:docMk/>
          <pc:sldMk cId="3351688710" sldId="323"/>
        </pc:sldMkLst>
        <pc:spChg chg="mod">
          <ac:chgData name="BANDARANAYAKE .B.G.W.T.N it22247018" userId="S::it22247018@my.sliit.lk::ad638593-24e3-48fe-8a68-665fdcc3a8ae" providerId="AD" clId="Web-{73A3C8BE-C9B0-7528-F851-95A56D499040}" dt="2026-01-06T07:27:46.769" v="463" actId="20577"/>
          <ac:spMkLst>
            <pc:docMk/>
            <pc:sldMk cId="3351688710" sldId="323"/>
            <ac:spMk id="26" creationId="{158DAF01-5058-B116-7A43-500820CB6661}"/>
          </ac:spMkLst>
        </pc:spChg>
      </pc:sldChg>
      <pc:sldChg chg="modSp">
        <pc:chgData name="BANDARANAYAKE .B.G.W.T.N it22247018" userId="S::it22247018@my.sliit.lk::ad638593-24e3-48fe-8a68-665fdcc3a8ae" providerId="AD" clId="Web-{73A3C8BE-C9B0-7528-F851-95A56D499040}" dt="2026-01-06T07:27:16.581" v="452" actId="20577"/>
        <pc:sldMkLst>
          <pc:docMk/>
          <pc:sldMk cId="1130499599" sldId="324"/>
        </pc:sldMkLst>
        <pc:spChg chg="mod">
          <ac:chgData name="BANDARANAYAKE .B.G.W.T.N it22247018" userId="S::it22247018@my.sliit.lk::ad638593-24e3-48fe-8a68-665fdcc3a8ae" providerId="AD" clId="Web-{73A3C8BE-C9B0-7528-F851-95A56D499040}" dt="2026-01-06T07:27:16.581" v="452" actId="20577"/>
          <ac:spMkLst>
            <pc:docMk/>
            <pc:sldMk cId="1130499599" sldId="324"/>
            <ac:spMk id="6" creationId="{7A73F05D-8B23-DA87-A9C5-6D323077C3CE}"/>
          </ac:spMkLst>
        </pc:spChg>
      </pc:sldChg>
      <pc:sldChg chg="new del">
        <pc:chgData name="BANDARANAYAKE .B.G.W.T.N it22247018" userId="S::it22247018@my.sliit.lk::ad638593-24e3-48fe-8a68-665fdcc3a8ae" providerId="AD" clId="Web-{73A3C8BE-C9B0-7528-F851-95A56D499040}" dt="2026-01-06T07:13:09.539" v="185"/>
        <pc:sldMkLst>
          <pc:docMk/>
          <pc:sldMk cId="2836250630" sldId="325"/>
        </pc:sldMkLst>
      </pc:sldChg>
      <pc:sldChg chg="delSp modSp add ord replId">
        <pc:chgData name="BANDARANAYAKE .B.G.W.T.N it22247018" userId="S::it22247018@my.sliit.lk::ad638593-24e3-48fe-8a68-665fdcc3a8ae" providerId="AD" clId="Web-{73A3C8BE-C9B0-7528-F851-95A56D499040}" dt="2026-01-06T07:26:43.065" v="439" actId="20577"/>
        <pc:sldMkLst>
          <pc:docMk/>
          <pc:sldMk cId="1100005520" sldId="326"/>
        </pc:sldMkLst>
        <pc:spChg chg="del mod">
          <ac:chgData name="BANDARANAYAKE .B.G.W.T.N it22247018" userId="S::it22247018@my.sliit.lk::ad638593-24e3-48fe-8a68-665fdcc3a8ae" providerId="AD" clId="Web-{73A3C8BE-C9B0-7528-F851-95A56D499040}" dt="2026-01-06T07:24:50.032" v="391"/>
          <ac:spMkLst>
            <pc:docMk/>
            <pc:sldMk cId="1100005520" sldId="326"/>
            <ac:spMk id="4" creationId="{4ED2B135-E3BC-EE04-2CD6-A598D7C5B643}"/>
          </ac:spMkLst>
        </pc:spChg>
        <pc:spChg chg="mod">
          <ac:chgData name="BANDARANAYAKE .B.G.W.T.N it22247018" userId="S::it22247018@my.sliit.lk::ad638593-24e3-48fe-8a68-665fdcc3a8ae" providerId="AD" clId="Web-{73A3C8BE-C9B0-7528-F851-95A56D499040}" dt="2026-01-06T07:24:41.188" v="385" actId="1076"/>
          <ac:spMkLst>
            <pc:docMk/>
            <pc:sldMk cId="1100005520" sldId="326"/>
            <ac:spMk id="6" creationId="{130612CE-8595-B454-2337-967DF1DCE2C1}"/>
          </ac:spMkLst>
        </pc:spChg>
        <pc:spChg chg="mod">
          <ac:chgData name="BANDARANAYAKE .B.G.W.T.N it22247018" userId="S::it22247018@my.sliit.lk::ad638593-24e3-48fe-8a68-665fdcc3a8ae" providerId="AD" clId="Web-{73A3C8BE-C9B0-7528-F851-95A56D499040}" dt="2026-01-06T07:25:21.189" v="406" actId="1076"/>
          <ac:spMkLst>
            <pc:docMk/>
            <pc:sldMk cId="1100005520" sldId="326"/>
            <ac:spMk id="28" creationId="{F5CC8F83-8CA4-8A98-9737-27262192796F}"/>
          </ac:spMkLst>
        </pc:spChg>
        <pc:spChg chg="del">
          <ac:chgData name="BANDARANAYAKE .B.G.W.T.N it22247018" userId="S::it22247018@my.sliit.lk::ad638593-24e3-48fe-8a68-665fdcc3a8ae" providerId="AD" clId="Web-{73A3C8BE-C9B0-7528-F851-95A56D499040}" dt="2026-01-06T07:24:42.907" v="386"/>
          <ac:spMkLst>
            <pc:docMk/>
            <pc:sldMk cId="1100005520" sldId="326"/>
            <ac:spMk id="30" creationId="{87D5E0E6-09E6-9039-6BEE-E5E303CCD92F}"/>
          </ac:spMkLst>
        </pc:spChg>
        <pc:spChg chg="del">
          <ac:chgData name="BANDARANAYAKE .B.G.W.T.N it22247018" userId="S::it22247018@my.sliit.lk::ad638593-24e3-48fe-8a68-665fdcc3a8ae" providerId="AD" clId="Web-{73A3C8BE-C9B0-7528-F851-95A56D499040}" dt="2026-01-06T07:24:52.017" v="392"/>
          <ac:spMkLst>
            <pc:docMk/>
            <pc:sldMk cId="1100005520" sldId="326"/>
            <ac:spMk id="32" creationId="{FBC5D2AF-5D09-27A0-2DDA-925F94E70928}"/>
          </ac:spMkLst>
        </pc:spChg>
        <pc:spChg chg="del">
          <ac:chgData name="BANDARANAYAKE .B.G.W.T.N it22247018" userId="S::it22247018@my.sliit.lk::ad638593-24e3-48fe-8a68-665fdcc3a8ae" providerId="AD" clId="Web-{73A3C8BE-C9B0-7528-F851-95A56D499040}" dt="2026-01-06T07:24:44.720" v="387"/>
          <ac:spMkLst>
            <pc:docMk/>
            <pc:sldMk cId="1100005520" sldId="326"/>
            <ac:spMk id="35" creationId="{19BEF2E4-49FF-3381-EA09-6FCC93E0B311}"/>
          </ac:spMkLst>
        </pc:spChg>
        <pc:spChg chg="mod">
          <ac:chgData name="BANDARANAYAKE .B.G.W.T.N it22247018" userId="S::it22247018@my.sliit.lk::ad638593-24e3-48fe-8a68-665fdcc3a8ae" providerId="AD" clId="Web-{73A3C8BE-C9B0-7528-F851-95A56D499040}" dt="2026-01-06T07:26:43.065" v="439" actId="20577"/>
          <ac:spMkLst>
            <pc:docMk/>
            <pc:sldMk cId="1100005520" sldId="326"/>
            <ac:spMk id="36" creationId="{681ECE37-2E71-E9D9-6029-4E6C5082F0F7}"/>
          </ac:spMkLst>
        </pc:spChg>
        <pc:spChg chg="mod">
          <ac:chgData name="BANDARANAYAKE .B.G.W.T.N it22247018" userId="S::it22247018@my.sliit.lk::ad638593-24e3-48fe-8a68-665fdcc3a8ae" providerId="AD" clId="Web-{73A3C8BE-C9B0-7528-F851-95A56D499040}" dt="2026-01-06T07:25:52.033" v="420" actId="20577"/>
          <ac:spMkLst>
            <pc:docMk/>
            <pc:sldMk cId="1100005520" sldId="326"/>
            <ac:spMk id="40" creationId="{A6C3C07E-B675-7C13-06B5-5D09F48D6BBD}"/>
          </ac:spMkLst>
        </pc:spChg>
        <pc:spChg chg="del">
          <ac:chgData name="BANDARANAYAKE .B.G.W.T.N it22247018" userId="S::it22247018@my.sliit.lk::ad638593-24e3-48fe-8a68-665fdcc3a8ae" providerId="AD" clId="Web-{73A3C8BE-C9B0-7528-F851-95A56D499040}" dt="2026-01-06T07:24:46.267" v="388"/>
          <ac:spMkLst>
            <pc:docMk/>
            <pc:sldMk cId="1100005520" sldId="326"/>
            <ac:spMk id="42" creationId="{596A2989-FFE4-6C59-4533-B33F459A0FAC}"/>
          </ac:spMkLst>
        </pc:spChg>
      </pc:sldChg>
      <pc:sldChg chg="modSp add replId">
        <pc:chgData name="BANDARANAYAKE .B.G.W.T.N it22247018" userId="S::it22247018@my.sliit.lk::ad638593-24e3-48fe-8a68-665fdcc3a8ae" providerId="AD" clId="Web-{73A3C8BE-C9B0-7528-F851-95A56D499040}" dt="2026-01-06T07:27:11.471" v="449" actId="20577"/>
        <pc:sldMkLst>
          <pc:docMk/>
          <pc:sldMk cId="1036904447" sldId="327"/>
        </pc:sldMkLst>
        <pc:spChg chg="mod">
          <ac:chgData name="BANDARANAYAKE .B.G.W.T.N it22247018" userId="S::it22247018@my.sliit.lk::ad638593-24e3-48fe-8a68-665fdcc3a8ae" providerId="AD" clId="Web-{73A3C8BE-C9B0-7528-F851-95A56D499040}" dt="2026-01-06T07:27:11.471" v="449" actId="20577"/>
          <ac:spMkLst>
            <pc:docMk/>
            <pc:sldMk cId="1036904447" sldId="327"/>
            <ac:spMk id="36" creationId="{E083A463-3133-448D-9A5F-3E786E1BA39A}"/>
          </ac:spMkLst>
        </pc:spChg>
      </pc:sldChg>
      <pc:sldChg chg="addSp new del">
        <pc:chgData name="BANDARANAYAKE .B.G.W.T.N it22247018" userId="S::it22247018@my.sliit.lk::ad638593-24e3-48fe-8a68-665fdcc3a8ae" providerId="AD" clId="Web-{73A3C8BE-C9B0-7528-F851-95A56D499040}" dt="2026-01-06T07:37:37.791" v="620"/>
        <pc:sldMkLst>
          <pc:docMk/>
          <pc:sldMk cId="3858303027" sldId="328"/>
        </pc:sldMkLst>
        <pc:grpChg chg="add">
          <ac:chgData name="BANDARANAYAKE .B.G.W.T.N it22247018" userId="S::it22247018@my.sliit.lk::ad638593-24e3-48fe-8a68-665fdcc3a8ae" providerId="AD" clId="Web-{73A3C8BE-C9B0-7528-F851-95A56D499040}" dt="2026-01-06T07:37:29.635" v="618"/>
          <ac:grpSpMkLst>
            <pc:docMk/>
            <pc:sldMk cId="3858303027" sldId="328"/>
            <ac:grpSpMk id="8" creationId="{54BB4605-CDDD-264C-3B11-AC1B7CF8DB82}"/>
          </ac:grpSpMkLst>
        </pc:grpChg>
      </pc:sldChg>
      <pc:sldChg chg="addSp delSp modSp add replId">
        <pc:chgData name="BANDARANAYAKE .B.G.W.T.N it22247018" userId="S::it22247018@my.sliit.lk::ad638593-24e3-48fe-8a68-665fdcc3a8ae" providerId="AD" clId="Web-{73A3C8BE-C9B0-7528-F851-95A56D499040}" dt="2026-01-06T07:42:05.888" v="654" actId="20577"/>
        <pc:sldMkLst>
          <pc:docMk/>
          <pc:sldMk cId="3005434579" sldId="329"/>
        </pc:sldMkLst>
        <pc:spChg chg="del">
          <ac:chgData name="BANDARANAYAKE .B.G.W.T.N it22247018" userId="S::it22247018@my.sliit.lk::ad638593-24e3-48fe-8a68-665fdcc3a8ae" providerId="AD" clId="Web-{73A3C8BE-C9B0-7528-F851-95A56D499040}" dt="2026-01-06T07:38:20.089" v="626"/>
          <ac:spMkLst>
            <pc:docMk/>
            <pc:sldMk cId="3005434579" sldId="329"/>
            <ac:spMk id="4" creationId="{47CB1B56-ACB1-DB21-049D-68161EF72297}"/>
          </ac:spMkLst>
        </pc:spChg>
        <pc:spChg chg="mod">
          <ac:chgData name="BANDARANAYAKE .B.G.W.T.N it22247018" userId="S::it22247018@my.sliit.lk::ad638593-24e3-48fe-8a68-665fdcc3a8ae" providerId="AD" clId="Web-{73A3C8BE-C9B0-7528-F851-95A56D499040}" dt="2026-01-06T07:39:27.324" v="637" actId="20577"/>
          <ac:spMkLst>
            <pc:docMk/>
            <pc:sldMk cId="3005434579" sldId="329"/>
            <ac:spMk id="6" creationId="{C427B50D-1C5A-D5B2-CD43-2264CE103CC7}"/>
          </ac:spMkLst>
        </pc:spChg>
        <pc:spChg chg="del">
          <ac:chgData name="BANDARANAYAKE .B.G.W.T.N it22247018" userId="S::it22247018@my.sliit.lk::ad638593-24e3-48fe-8a68-665fdcc3a8ae" providerId="AD" clId="Web-{73A3C8BE-C9B0-7528-F851-95A56D499040}" dt="2026-01-06T07:38:22.167" v="627"/>
          <ac:spMkLst>
            <pc:docMk/>
            <pc:sldMk cId="3005434579" sldId="329"/>
            <ac:spMk id="7" creationId="{EA9E6E70-20A3-109F-921E-09A7B377C4FC}"/>
          </ac:spMkLst>
        </pc:spChg>
        <pc:spChg chg="mod">
          <ac:chgData name="BANDARANAYAKE .B.G.W.T.N it22247018" userId="S::it22247018@my.sliit.lk::ad638593-24e3-48fe-8a68-665fdcc3a8ae" providerId="AD" clId="Web-{73A3C8BE-C9B0-7528-F851-95A56D499040}" dt="2026-01-06T07:38:28.323" v="628" actId="14100"/>
          <ac:spMkLst>
            <pc:docMk/>
            <pc:sldMk cId="3005434579" sldId="329"/>
            <ac:spMk id="8" creationId="{591389CE-DED8-9A4E-FD66-BE6155B0516F}"/>
          </ac:spMkLst>
        </pc:spChg>
        <pc:spChg chg="mod">
          <ac:chgData name="BANDARANAYAKE .B.G.W.T.N it22247018" userId="S::it22247018@my.sliit.lk::ad638593-24e3-48fe-8a68-665fdcc3a8ae" providerId="AD" clId="Web-{73A3C8BE-C9B0-7528-F851-95A56D499040}" dt="2026-01-06T07:42:05.888" v="654" actId="20577"/>
          <ac:spMkLst>
            <pc:docMk/>
            <pc:sldMk cId="3005434579" sldId="329"/>
            <ac:spMk id="11" creationId="{0E1132E6-4CB2-DED6-1F4B-D8B70F856D12}"/>
          </ac:spMkLst>
        </pc:spChg>
        <pc:spChg chg="del">
          <ac:chgData name="BANDARANAYAKE .B.G.W.T.N it22247018" userId="S::it22247018@my.sliit.lk::ad638593-24e3-48fe-8a68-665fdcc3a8ae" providerId="AD" clId="Web-{73A3C8BE-C9B0-7528-F851-95A56D499040}" dt="2026-01-06T07:38:16.511" v="625"/>
          <ac:spMkLst>
            <pc:docMk/>
            <pc:sldMk cId="3005434579" sldId="329"/>
            <ac:spMk id="13" creationId="{76E44E68-D5D7-1341-7DBC-0B5ED67F7BC4}"/>
          </ac:spMkLst>
        </pc:spChg>
        <pc:spChg chg="mod">
          <ac:chgData name="BANDARANAYAKE .B.G.W.T.N it22247018" userId="S::it22247018@my.sliit.lk::ad638593-24e3-48fe-8a68-665fdcc3a8ae" providerId="AD" clId="Web-{73A3C8BE-C9B0-7528-F851-95A56D499040}" dt="2026-01-06T07:37:49.573" v="624" actId="20577"/>
          <ac:spMkLst>
            <pc:docMk/>
            <pc:sldMk cId="3005434579" sldId="329"/>
            <ac:spMk id="14" creationId="{C6DE2BE2-C375-74D1-D1E0-753BB5CBFD0A}"/>
          </ac:spMkLst>
        </pc:spChg>
        <pc:grpChg chg="add">
          <ac:chgData name="BANDARANAYAKE .B.G.W.T.N it22247018" userId="S::it22247018@my.sliit.lk::ad638593-24e3-48fe-8a68-665fdcc3a8ae" providerId="AD" clId="Web-{73A3C8BE-C9B0-7528-F851-95A56D499040}" dt="2026-01-06T07:37:44.979" v="622"/>
          <ac:grpSpMkLst>
            <pc:docMk/>
            <pc:sldMk cId="3005434579" sldId="329"/>
            <ac:grpSpMk id="17" creationId="{AE20CB2A-19E7-6F71-AEDD-493C6B97B6AA}"/>
          </ac:grpSpMkLst>
        </pc:grpChg>
        <pc:grpChg chg="del">
          <ac:chgData name="BANDARANAYAKE .B.G.W.T.N it22247018" userId="S::it22247018@my.sliit.lk::ad638593-24e3-48fe-8a68-665fdcc3a8ae" providerId="AD" clId="Web-{73A3C8BE-C9B0-7528-F851-95A56D499040}" dt="2026-01-06T07:37:44.463" v="621"/>
          <ac:grpSpMkLst>
            <pc:docMk/>
            <pc:sldMk cId="3005434579" sldId="329"/>
            <ac:grpSpMk id="44" creationId="{CE54EBB0-12F1-5E3B-C2B8-036B334455F2}"/>
          </ac:grpSpMkLst>
        </pc:grpChg>
      </pc:sldChg>
    </pc:docChg>
  </pc:docChgLst>
  <pc:docChgLst>
    <pc:chgData name="Guest User" userId="S::urn:spo:tenantanon#44e3cf94-19c9-4e32-96c3-14f5bf01391a::" providerId="AD" clId="Web-{FA57F3A7-3168-E791-BEDB-0A2BAFE60CED}"/>
    <pc:docChg chg="modSld">
      <pc:chgData name="Guest User" userId="S::urn:spo:tenantanon#44e3cf94-19c9-4e32-96c3-14f5bf01391a::" providerId="AD" clId="Web-{FA57F3A7-3168-E791-BEDB-0A2BAFE60CED}" dt="2026-01-06T08:14:29.573" v="17" actId="1076"/>
      <pc:docMkLst>
        <pc:docMk/>
      </pc:docMkLst>
      <pc:sldChg chg="modSp">
        <pc:chgData name="Guest User" userId="S::urn:spo:tenantanon#44e3cf94-19c9-4e32-96c3-14f5bf01391a::" providerId="AD" clId="Web-{FA57F3A7-3168-E791-BEDB-0A2BAFE60CED}" dt="2026-01-06T08:14:29.573" v="17" actId="1076"/>
        <pc:sldMkLst>
          <pc:docMk/>
          <pc:sldMk cId="2284884246" sldId="317"/>
        </pc:sldMkLst>
        <pc:spChg chg="mod">
          <ac:chgData name="Guest User" userId="S::urn:spo:tenantanon#44e3cf94-19c9-4e32-96c3-14f5bf01391a::" providerId="AD" clId="Web-{FA57F3A7-3168-E791-BEDB-0A2BAFE60CED}" dt="2026-01-06T08:14:29.573" v="17" actId="1076"/>
          <ac:spMkLst>
            <pc:docMk/>
            <pc:sldMk cId="2284884246" sldId="317"/>
            <ac:spMk id="3" creationId="{5B3EF951-356E-BCA4-ED9B-15F51F586E8F}"/>
          </ac:spMkLst>
        </pc:spChg>
        <pc:spChg chg="mod">
          <ac:chgData name="Guest User" userId="S::urn:spo:tenantanon#44e3cf94-19c9-4e32-96c3-14f5bf01391a::" providerId="AD" clId="Web-{FA57F3A7-3168-E791-BEDB-0A2BAFE60CED}" dt="2026-01-06T08:12:56.321" v="16" actId="20577"/>
          <ac:spMkLst>
            <pc:docMk/>
            <pc:sldMk cId="2284884246" sldId="317"/>
            <ac:spMk id="6" creationId="{FC20FDC4-A0C0-A85E-CFA0-F18FED8FF728}"/>
          </ac:spMkLst>
        </pc:spChg>
      </pc:sldChg>
    </pc:docChg>
  </pc:docChgLst>
  <pc:docChgLst>
    <pc:chgData name="BANDARANAYAKE .B.G.W.T.N it22247018" userId="S::it22247018@my.sliit.lk::ad638593-24e3-48fe-8a68-665fdcc3a8ae" providerId="AD" clId="Web-{55979B68-996C-C9D2-8316-9C8ED1FA600A}"/>
    <pc:docChg chg="addSld delSld modSld sldOrd">
      <pc:chgData name="BANDARANAYAKE .B.G.W.T.N it22247018" userId="S::it22247018@my.sliit.lk::ad638593-24e3-48fe-8a68-665fdcc3a8ae" providerId="AD" clId="Web-{55979B68-996C-C9D2-8316-9C8ED1FA600A}" dt="2026-01-05T18:27:08.128" v="1167" actId="20577"/>
      <pc:docMkLst>
        <pc:docMk/>
      </pc:docMkLst>
      <pc:sldChg chg="del">
        <pc:chgData name="BANDARANAYAKE .B.G.W.T.N it22247018" userId="S::it22247018@my.sliit.lk::ad638593-24e3-48fe-8a68-665fdcc3a8ae" providerId="AD" clId="Web-{55979B68-996C-C9D2-8316-9C8ED1FA600A}" dt="2026-01-05T16:04:04.978" v="359"/>
        <pc:sldMkLst>
          <pc:docMk/>
          <pc:sldMk cId="1151234438" sldId="277"/>
        </pc:sldMkLst>
      </pc:sldChg>
      <pc:sldChg chg="add replId">
        <pc:chgData name="BANDARANAYAKE .B.G.W.T.N it22247018" userId="S::it22247018@my.sliit.lk::ad638593-24e3-48fe-8a68-665fdcc3a8ae" providerId="AD" clId="Web-{55979B68-996C-C9D2-8316-9C8ED1FA600A}" dt="2026-01-05T14:16:41.835" v="0"/>
        <pc:sldMkLst>
          <pc:docMk/>
          <pc:sldMk cId="2225560400" sldId="287"/>
        </pc:sldMkLst>
      </pc:sldChg>
      <pc:sldChg chg="add del replId">
        <pc:chgData name="BANDARANAYAKE .B.G.W.T.N it22247018" userId="S::it22247018@my.sliit.lk::ad638593-24e3-48fe-8a68-665fdcc3a8ae" providerId="AD" clId="Web-{55979B68-996C-C9D2-8316-9C8ED1FA600A}" dt="2026-01-05T17:56:40.904" v="852"/>
        <pc:sldMkLst>
          <pc:docMk/>
          <pc:sldMk cId="2203684508" sldId="288"/>
        </pc:sldMkLst>
      </pc:sldChg>
      <pc:sldChg chg="delSp modSp add replId">
        <pc:chgData name="BANDARANAYAKE .B.G.W.T.N it22247018" userId="S::it22247018@my.sliit.lk::ad638593-24e3-48fe-8a68-665fdcc3a8ae" providerId="AD" clId="Web-{55979B68-996C-C9D2-8316-9C8ED1FA600A}" dt="2026-01-05T18:07:24.774" v="1008"/>
        <pc:sldMkLst>
          <pc:docMk/>
          <pc:sldMk cId="1822387924" sldId="289"/>
        </pc:sldMkLst>
        <pc:spChg chg="mod">
          <ac:chgData name="BANDARANAYAKE .B.G.W.T.N it22247018" userId="S::it22247018@my.sliit.lk::ad638593-24e3-48fe-8a68-665fdcc3a8ae" providerId="AD" clId="Web-{55979B68-996C-C9D2-8316-9C8ED1FA600A}" dt="2026-01-05T18:07:17.212" v="1006" actId="20577"/>
          <ac:spMkLst>
            <pc:docMk/>
            <pc:sldMk cId="1822387924" sldId="289"/>
            <ac:spMk id="2" creationId="{476058B2-AD52-D2A0-5357-AD5203F294C2}"/>
          </ac:spMkLst>
        </pc:spChg>
        <pc:spChg chg="del mod">
          <ac:chgData name="BANDARANAYAKE .B.G.W.T.N it22247018" userId="S::it22247018@my.sliit.lk::ad638593-24e3-48fe-8a68-665fdcc3a8ae" providerId="AD" clId="Web-{55979B68-996C-C9D2-8316-9C8ED1FA600A}" dt="2026-01-05T18:07:24.774" v="1008"/>
          <ac:spMkLst>
            <pc:docMk/>
            <pc:sldMk cId="1822387924" sldId="289"/>
            <ac:spMk id="3" creationId="{7683D9D9-9BB6-B337-B02C-FE35C204E266}"/>
          </ac:spMkLst>
        </pc:spChg>
      </pc:sldChg>
      <pc:sldChg chg="addSp delSp modSp add ord replId">
        <pc:chgData name="BANDARANAYAKE .B.G.W.T.N it22247018" userId="S::it22247018@my.sliit.lk::ad638593-24e3-48fe-8a68-665fdcc3a8ae" providerId="AD" clId="Web-{55979B68-996C-C9D2-8316-9C8ED1FA600A}" dt="2026-01-05T18:07:00.337" v="1005" actId="20577"/>
        <pc:sldMkLst>
          <pc:docMk/>
          <pc:sldMk cId="2269086600" sldId="290"/>
        </pc:sldMkLst>
        <pc:spChg chg="mod">
          <ac:chgData name="BANDARANAYAKE .B.G.W.T.N it22247018" userId="S::it22247018@my.sliit.lk::ad638593-24e3-48fe-8a68-665fdcc3a8ae" providerId="AD" clId="Web-{55979B68-996C-C9D2-8316-9C8ED1FA600A}" dt="2026-01-05T18:00:58.680" v="924" actId="1076"/>
          <ac:spMkLst>
            <pc:docMk/>
            <pc:sldMk cId="2269086600" sldId="290"/>
            <ac:spMk id="2" creationId="{89BB4EFD-8CC9-A10E-92FB-6EF11081D665}"/>
          </ac:spMkLst>
        </pc:spChg>
        <pc:spChg chg="del mod">
          <ac:chgData name="BANDARANAYAKE .B.G.W.T.N it22247018" userId="S::it22247018@my.sliit.lk::ad638593-24e3-48fe-8a68-665fdcc3a8ae" providerId="AD" clId="Web-{55979B68-996C-C9D2-8316-9C8ED1FA600A}" dt="2026-01-05T17:45:50.452" v="788"/>
          <ac:spMkLst>
            <pc:docMk/>
            <pc:sldMk cId="2269086600" sldId="290"/>
            <ac:spMk id="3" creationId="{0921E8D3-1691-AD72-ED8D-999EE482F13F}"/>
          </ac:spMkLst>
        </pc:spChg>
        <pc:spChg chg="del mod">
          <ac:chgData name="BANDARANAYAKE .B.G.W.T.N it22247018" userId="S::it22247018@my.sliit.lk::ad638593-24e3-48fe-8a68-665fdcc3a8ae" providerId="AD" clId="Web-{55979B68-996C-C9D2-8316-9C8ED1FA600A}" dt="2026-01-05T17:45:11.421" v="778"/>
          <ac:spMkLst>
            <pc:docMk/>
            <pc:sldMk cId="2269086600" sldId="290"/>
            <ac:spMk id="4" creationId="{2EBD737D-E38E-B76E-18DA-73ED8EC90312}"/>
          </ac:spMkLst>
        </pc:spChg>
        <pc:spChg chg="add del mod">
          <ac:chgData name="BANDARANAYAKE .B.G.W.T.N it22247018" userId="S::it22247018@my.sliit.lk::ad638593-24e3-48fe-8a68-665fdcc3a8ae" providerId="AD" clId="Web-{55979B68-996C-C9D2-8316-9C8ED1FA600A}" dt="2026-01-05T18:07:00.337" v="1005" actId="20577"/>
          <ac:spMkLst>
            <pc:docMk/>
            <pc:sldMk cId="2269086600" sldId="290"/>
            <ac:spMk id="5" creationId="{4255B12E-6812-428F-5BB2-36E7662E405B}"/>
          </ac:spMkLst>
        </pc:spChg>
        <pc:spChg chg="del">
          <ac:chgData name="BANDARANAYAKE .B.G.W.T.N it22247018" userId="S::it22247018@my.sliit.lk::ad638593-24e3-48fe-8a68-665fdcc3a8ae" providerId="AD" clId="Web-{55979B68-996C-C9D2-8316-9C8ED1FA600A}" dt="2026-01-05T17:27:15.025" v="765"/>
          <ac:spMkLst>
            <pc:docMk/>
            <pc:sldMk cId="2269086600" sldId="290"/>
            <ac:spMk id="6" creationId="{794421C2-DC12-844C-C818-19D8401C2302}"/>
          </ac:spMkLst>
        </pc:spChg>
        <pc:spChg chg="add mod">
          <ac:chgData name="BANDARANAYAKE .B.G.W.T.N it22247018" userId="S::it22247018@my.sliit.lk::ad638593-24e3-48fe-8a68-665fdcc3a8ae" providerId="AD" clId="Web-{55979B68-996C-C9D2-8316-9C8ED1FA600A}" dt="2026-01-05T18:00:44.680" v="923" actId="20577"/>
          <ac:spMkLst>
            <pc:docMk/>
            <pc:sldMk cId="2269086600" sldId="290"/>
            <ac:spMk id="6" creationId="{93BDD5DF-4932-9414-C699-C68BBD0F12FE}"/>
          </ac:spMkLst>
        </pc:spChg>
        <pc:spChg chg="del">
          <ac:chgData name="BANDARANAYAKE .B.G.W.T.N it22247018" userId="S::it22247018@my.sliit.lk::ad638593-24e3-48fe-8a68-665fdcc3a8ae" providerId="AD" clId="Web-{55979B68-996C-C9D2-8316-9C8ED1FA600A}" dt="2026-01-05T17:45:11.202" v="775"/>
          <ac:spMkLst>
            <pc:docMk/>
            <pc:sldMk cId="2269086600" sldId="290"/>
            <ac:spMk id="7" creationId="{E496F470-AA3A-23D0-A4AD-FA8F101210BE}"/>
          </ac:spMkLst>
        </pc:spChg>
        <pc:spChg chg="del mod">
          <ac:chgData name="BANDARANAYAKE .B.G.W.T.N it22247018" userId="S::it22247018@my.sliit.lk::ad638593-24e3-48fe-8a68-665fdcc3a8ae" providerId="AD" clId="Web-{55979B68-996C-C9D2-8316-9C8ED1FA600A}" dt="2026-01-05T17:44:53.733" v="770"/>
          <ac:spMkLst>
            <pc:docMk/>
            <pc:sldMk cId="2269086600" sldId="290"/>
            <ac:spMk id="8" creationId="{E02591EF-7120-CE60-A35E-9A1815C79221}"/>
          </ac:spMkLst>
        </pc:spChg>
        <pc:spChg chg="del">
          <ac:chgData name="BANDARANAYAKE .B.G.W.T.N it22247018" userId="S::it22247018@my.sliit.lk::ad638593-24e3-48fe-8a68-665fdcc3a8ae" providerId="AD" clId="Web-{55979B68-996C-C9D2-8316-9C8ED1FA600A}" dt="2026-01-05T17:44:57.249" v="772"/>
          <ac:spMkLst>
            <pc:docMk/>
            <pc:sldMk cId="2269086600" sldId="290"/>
            <ac:spMk id="9" creationId="{7BC74B5F-7737-99F7-1E61-51581F5CE736}"/>
          </ac:spMkLst>
        </pc:spChg>
        <pc:spChg chg="del">
          <ac:chgData name="BANDARANAYAKE .B.G.W.T.N it22247018" userId="S::it22247018@my.sliit.lk::ad638593-24e3-48fe-8a68-665fdcc3a8ae" providerId="AD" clId="Web-{55979B68-996C-C9D2-8316-9C8ED1FA600A}" dt="2026-01-05T17:45:02.436" v="774"/>
          <ac:spMkLst>
            <pc:docMk/>
            <pc:sldMk cId="2269086600" sldId="290"/>
            <ac:spMk id="11" creationId="{C4595BB3-C9CE-61C8-D172-68EA45DACA16}"/>
          </ac:spMkLst>
        </pc:spChg>
        <pc:spChg chg="del">
          <ac:chgData name="BANDARANAYAKE .B.G.W.T.N it22247018" userId="S::it22247018@my.sliit.lk::ad638593-24e3-48fe-8a68-665fdcc3a8ae" providerId="AD" clId="Web-{55979B68-996C-C9D2-8316-9C8ED1FA600A}" dt="2026-01-05T17:45:02.405" v="773"/>
          <ac:spMkLst>
            <pc:docMk/>
            <pc:sldMk cId="2269086600" sldId="290"/>
            <ac:spMk id="12" creationId="{86543AC6-639A-5E2B-1DF2-732BA91B24D0}"/>
          </ac:spMkLst>
        </pc:spChg>
        <pc:spChg chg="del">
          <ac:chgData name="BANDARANAYAKE .B.G.W.T.N it22247018" userId="S::it22247018@my.sliit.lk::ad638593-24e3-48fe-8a68-665fdcc3a8ae" providerId="AD" clId="Web-{55979B68-996C-C9D2-8316-9C8ED1FA600A}" dt="2026-01-05T17:45:44.561" v="785"/>
          <ac:spMkLst>
            <pc:docMk/>
            <pc:sldMk cId="2269086600" sldId="290"/>
            <ac:spMk id="14" creationId="{2DEDC2C6-1B12-0A30-A78D-89E9EA3DACC0}"/>
          </ac:spMkLst>
        </pc:spChg>
        <pc:spChg chg="del mod">
          <ac:chgData name="BANDARANAYAKE .B.G.W.T.N it22247018" userId="S::it22247018@my.sliit.lk::ad638593-24e3-48fe-8a68-665fdcc3a8ae" providerId="AD" clId="Web-{55979B68-996C-C9D2-8316-9C8ED1FA600A}" dt="2026-01-05T17:45:44.624" v="787"/>
          <ac:spMkLst>
            <pc:docMk/>
            <pc:sldMk cId="2269086600" sldId="290"/>
            <ac:spMk id="16" creationId="{B1191E7C-0755-6F3F-935E-5AEF9B525156}"/>
          </ac:spMkLst>
        </pc:spChg>
        <pc:grpChg chg="add">
          <ac:chgData name="BANDARANAYAKE .B.G.W.T.N it22247018" userId="S::it22247018@my.sliit.lk::ad638593-24e3-48fe-8a68-665fdcc3a8ae" providerId="AD" clId="Web-{55979B68-996C-C9D2-8316-9C8ED1FA600A}" dt="2026-01-05T18:05:58.884" v="998"/>
          <ac:grpSpMkLst>
            <pc:docMk/>
            <pc:sldMk cId="2269086600" sldId="290"/>
            <ac:grpSpMk id="23" creationId="{43AE74BF-C781-775C-6A74-0B0B631DA3F3}"/>
          </ac:grpSpMkLst>
        </pc:grpChg>
        <pc:picChg chg="del">
          <ac:chgData name="BANDARANAYAKE .B.G.W.T.N it22247018" userId="S::it22247018@my.sliit.lk::ad638593-24e3-48fe-8a68-665fdcc3a8ae" providerId="AD" clId="Web-{55979B68-996C-C9D2-8316-9C8ED1FA600A}" dt="2026-01-05T17:44:54.968" v="771"/>
          <ac:picMkLst>
            <pc:docMk/>
            <pc:sldMk cId="2269086600" sldId="290"/>
            <ac:picMk id="10" creationId="{B99B4A52-E9B4-8E66-6C14-6BA11533C7D9}"/>
          </ac:picMkLst>
        </pc:picChg>
      </pc:sldChg>
      <pc:sldChg chg="addSp delSp modSp add ord replId">
        <pc:chgData name="BANDARANAYAKE .B.G.W.T.N it22247018" userId="S::it22247018@my.sliit.lk::ad638593-24e3-48fe-8a68-665fdcc3a8ae" providerId="AD" clId="Web-{55979B68-996C-C9D2-8316-9C8ED1FA600A}" dt="2026-01-05T17:04:14.161" v="758" actId="1076"/>
        <pc:sldMkLst>
          <pc:docMk/>
          <pc:sldMk cId="2528552803" sldId="291"/>
        </pc:sldMkLst>
        <pc:spChg chg="mod">
          <ac:chgData name="BANDARANAYAKE .B.G.W.T.N it22247018" userId="S::it22247018@my.sliit.lk::ad638593-24e3-48fe-8a68-665fdcc3a8ae" providerId="AD" clId="Web-{55979B68-996C-C9D2-8316-9C8ED1FA600A}" dt="2026-01-05T17:00:43.780" v="716" actId="20577"/>
          <ac:spMkLst>
            <pc:docMk/>
            <pc:sldMk cId="2528552803" sldId="291"/>
            <ac:spMk id="2" creationId="{71291A2D-62D6-8839-7120-C8050622FDDD}"/>
          </ac:spMkLst>
        </pc:spChg>
        <pc:spChg chg="del">
          <ac:chgData name="BANDARANAYAKE .B.G.W.T.N it22247018" userId="S::it22247018@my.sliit.lk::ad638593-24e3-48fe-8a68-665fdcc3a8ae" providerId="AD" clId="Web-{55979B68-996C-C9D2-8316-9C8ED1FA600A}" dt="2026-01-05T17:00:46.983" v="717"/>
          <ac:spMkLst>
            <pc:docMk/>
            <pc:sldMk cId="2528552803" sldId="291"/>
            <ac:spMk id="3" creationId="{3ABDEB06-84DB-3B46-383D-3CE02565AE54}"/>
          </ac:spMkLst>
        </pc:spChg>
        <pc:spChg chg="del">
          <ac:chgData name="BANDARANAYAKE .B.G.W.T.N it22247018" userId="S::it22247018@my.sliit.lk::ad638593-24e3-48fe-8a68-665fdcc3a8ae" providerId="AD" clId="Web-{55979B68-996C-C9D2-8316-9C8ED1FA600A}" dt="2026-01-05T17:02:03.328" v="745"/>
          <ac:spMkLst>
            <pc:docMk/>
            <pc:sldMk cId="2528552803" sldId="291"/>
            <ac:spMk id="4" creationId="{4C7FB53B-6D34-E522-D8F0-B16497F4DB9B}"/>
          </ac:spMkLst>
        </pc:spChg>
        <pc:spChg chg="del">
          <ac:chgData name="BANDARANAYAKE .B.G.W.T.N it22247018" userId="S::it22247018@my.sliit.lk::ad638593-24e3-48fe-8a68-665fdcc3a8ae" providerId="AD" clId="Web-{55979B68-996C-C9D2-8316-9C8ED1FA600A}" dt="2026-01-05T17:02:03.328" v="744"/>
          <ac:spMkLst>
            <pc:docMk/>
            <pc:sldMk cId="2528552803" sldId="291"/>
            <ac:spMk id="5" creationId="{6ECEEE5F-3C19-5E9F-B078-EBDF1EFC44C4}"/>
          </ac:spMkLst>
        </pc:spChg>
        <pc:spChg chg="del">
          <ac:chgData name="BANDARANAYAKE .B.G.W.T.N it22247018" userId="S::it22247018@my.sliit.lk::ad638593-24e3-48fe-8a68-665fdcc3a8ae" providerId="AD" clId="Web-{55979B68-996C-C9D2-8316-9C8ED1FA600A}" dt="2026-01-05T17:02:03.328" v="743"/>
          <ac:spMkLst>
            <pc:docMk/>
            <pc:sldMk cId="2528552803" sldId="291"/>
            <ac:spMk id="6" creationId="{288FF40A-3197-3C1C-4C99-55635BCCA619}"/>
          </ac:spMkLst>
        </pc:spChg>
        <pc:spChg chg="del">
          <ac:chgData name="BANDARANAYAKE .B.G.W.T.N it22247018" userId="S::it22247018@my.sliit.lk::ad638593-24e3-48fe-8a68-665fdcc3a8ae" providerId="AD" clId="Web-{55979B68-996C-C9D2-8316-9C8ED1FA600A}" dt="2026-01-05T17:02:03.328" v="742"/>
          <ac:spMkLst>
            <pc:docMk/>
            <pc:sldMk cId="2528552803" sldId="291"/>
            <ac:spMk id="7" creationId="{C850896B-3D45-8F8D-CC9D-6ED43B15B0F4}"/>
          </ac:spMkLst>
        </pc:spChg>
        <pc:spChg chg="del">
          <ac:chgData name="BANDARANAYAKE .B.G.W.T.N it22247018" userId="S::it22247018@my.sliit.lk::ad638593-24e3-48fe-8a68-665fdcc3a8ae" providerId="AD" clId="Web-{55979B68-996C-C9D2-8316-9C8ED1FA600A}" dt="2026-01-05T17:02:03.328" v="741"/>
          <ac:spMkLst>
            <pc:docMk/>
            <pc:sldMk cId="2528552803" sldId="291"/>
            <ac:spMk id="8" creationId="{9CCEE7FB-9D9C-9787-B30B-98B8035E55C9}"/>
          </ac:spMkLst>
        </pc:spChg>
        <pc:spChg chg="del">
          <ac:chgData name="BANDARANAYAKE .B.G.W.T.N it22247018" userId="S::it22247018@my.sliit.lk::ad638593-24e3-48fe-8a68-665fdcc3a8ae" providerId="AD" clId="Web-{55979B68-996C-C9D2-8316-9C8ED1FA600A}" dt="2026-01-05T17:02:03.328" v="740"/>
          <ac:spMkLst>
            <pc:docMk/>
            <pc:sldMk cId="2528552803" sldId="291"/>
            <ac:spMk id="9" creationId="{17D241E4-D3FB-A850-DC09-1763358DF142}"/>
          </ac:spMkLst>
        </pc:spChg>
        <pc:spChg chg="del">
          <ac:chgData name="BANDARANAYAKE .B.G.W.T.N it22247018" userId="S::it22247018@my.sliit.lk::ad638593-24e3-48fe-8a68-665fdcc3a8ae" providerId="AD" clId="Web-{55979B68-996C-C9D2-8316-9C8ED1FA600A}" dt="2026-01-05T17:02:03.328" v="739"/>
          <ac:spMkLst>
            <pc:docMk/>
            <pc:sldMk cId="2528552803" sldId="291"/>
            <ac:spMk id="10" creationId="{02AAF308-EB72-3DDC-2572-972C9432D113}"/>
          </ac:spMkLst>
        </pc:spChg>
        <pc:spChg chg="del">
          <ac:chgData name="BANDARANAYAKE .B.G.W.T.N it22247018" userId="S::it22247018@my.sliit.lk::ad638593-24e3-48fe-8a68-665fdcc3a8ae" providerId="AD" clId="Web-{55979B68-996C-C9D2-8316-9C8ED1FA600A}" dt="2026-01-05T17:02:03.328" v="738"/>
          <ac:spMkLst>
            <pc:docMk/>
            <pc:sldMk cId="2528552803" sldId="291"/>
            <ac:spMk id="11" creationId="{A829CE29-C57B-BA84-817A-782AD365F6F8}"/>
          </ac:spMkLst>
        </pc:spChg>
        <pc:spChg chg="del">
          <ac:chgData name="BANDARANAYAKE .B.G.W.T.N it22247018" userId="S::it22247018@my.sliit.lk::ad638593-24e3-48fe-8a68-665fdcc3a8ae" providerId="AD" clId="Web-{55979B68-996C-C9D2-8316-9C8ED1FA600A}" dt="2026-01-05T17:02:03.328" v="737"/>
          <ac:spMkLst>
            <pc:docMk/>
            <pc:sldMk cId="2528552803" sldId="291"/>
            <ac:spMk id="12" creationId="{F9F0D837-A51D-8B32-1D20-3894EBBA6977}"/>
          </ac:spMkLst>
        </pc:spChg>
        <pc:spChg chg="del">
          <ac:chgData name="BANDARANAYAKE .B.G.W.T.N it22247018" userId="S::it22247018@my.sliit.lk::ad638593-24e3-48fe-8a68-665fdcc3a8ae" providerId="AD" clId="Web-{55979B68-996C-C9D2-8316-9C8ED1FA600A}" dt="2026-01-05T17:02:03.328" v="736"/>
          <ac:spMkLst>
            <pc:docMk/>
            <pc:sldMk cId="2528552803" sldId="291"/>
            <ac:spMk id="13" creationId="{B1638FD2-482A-D07B-A1B6-9FF1D6B98728}"/>
          </ac:spMkLst>
        </pc:spChg>
        <pc:spChg chg="del">
          <ac:chgData name="BANDARANAYAKE .B.G.W.T.N it22247018" userId="S::it22247018@my.sliit.lk::ad638593-24e3-48fe-8a68-665fdcc3a8ae" providerId="AD" clId="Web-{55979B68-996C-C9D2-8316-9C8ED1FA600A}" dt="2026-01-05T17:02:03.328" v="735"/>
          <ac:spMkLst>
            <pc:docMk/>
            <pc:sldMk cId="2528552803" sldId="291"/>
            <ac:spMk id="14" creationId="{D9041A05-DD9D-7940-1074-AFDBDF70FFAC}"/>
          </ac:spMkLst>
        </pc:spChg>
        <pc:spChg chg="del">
          <ac:chgData name="BANDARANAYAKE .B.G.W.T.N it22247018" userId="S::it22247018@my.sliit.lk::ad638593-24e3-48fe-8a68-665fdcc3a8ae" providerId="AD" clId="Web-{55979B68-996C-C9D2-8316-9C8ED1FA600A}" dt="2026-01-05T17:02:03.312" v="734"/>
          <ac:spMkLst>
            <pc:docMk/>
            <pc:sldMk cId="2528552803" sldId="291"/>
            <ac:spMk id="15" creationId="{201BEFC6-8757-80C8-D151-1FF0BB4CEAF5}"/>
          </ac:spMkLst>
        </pc:spChg>
        <pc:spChg chg="del">
          <ac:chgData name="BANDARANAYAKE .B.G.W.T.N it22247018" userId="S::it22247018@my.sliit.lk::ad638593-24e3-48fe-8a68-665fdcc3a8ae" providerId="AD" clId="Web-{55979B68-996C-C9D2-8316-9C8ED1FA600A}" dt="2026-01-05T17:02:03.312" v="733"/>
          <ac:spMkLst>
            <pc:docMk/>
            <pc:sldMk cId="2528552803" sldId="291"/>
            <ac:spMk id="16" creationId="{B9C6FB5D-A8E4-7DC8-B646-0F4EBD7A499D}"/>
          </ac:spMkLst>
        </pc:spChg>
        <pc:spChg chg="del">
          <ac:chgData name="BANDARANAYAKE .B.G.W.T.N it22247018" userId="S::it22247018@my.sliit.lk::ad638593-24e3-48fe-8a68-665fdcc3a8ae" providerId="AD" clId="Web-{55979B68-996C-C9D2-8316-9C8ED1FA600A}" dt="2026-01-05T17:02:03.312" v="732"/>
          <ac:spMkLst>
            <pc:docMk/>
            <pc:sldMk cId="2528552803" sldId="291"/>
            <ac:spMk id="17" creationId="{CC9EE95A-C777-C63A-F0E6-C47E30856745}"/>
          </ac:spMkLst>
        </pc:spChg>
        <pc:spChg chg="del">
          <ac:chgData name="BANDARANAYAKE .B.G.W.T.N it22247018" userId="S::it22247018@my.sliit.lk::ad638593-24e3-48fe-8a68-665fdcc3a8ae" providerId="AD" clId="Web-{55979B68-996C-C9D2-8316-9C8ED1FA600A}" dt="2026-01-05T17:02:03.312" v="731"/>
          <ac:spMkLst>
            <pc:docMk/>
            <pc:sldMk cId="2528552803" sldId="291"/>
            <ac:spMk id="18" creationId="{25360CA4-41DA-2E2A-2AE7-203DE46614C2}"/>
          </ac:spMkLst>
        </pc:spChg>
        <pc:spChg chg="del">
          <ac:chgData name="BANDARANAYAKE .B.G.W.T.N it22247018" userId="S::it22247018@my.sliit.lk::ad638593-24e3-48fe-8a68-665fdcc3a8ae" providerId="AD" clId="Web-{55979B68-996C-C9D2-8316-9C8ED1FA600A}" dt="2026-01-05T17:02:03.312" v="730"/>
          <ac:spMkLst>
            <pc:docMk/>
            <pc:sldMk cId="2528552803" sldId="291"/>
            <ac:spMk id="19" creationId="{E2F335A9-9819-33A0-DC9B-5F296539DFBC}"/>
          </ac:spMkLst>
        </pc:spChg>
        <pc:spChg chg="del">
          <ac:chgData name="BANDARANAYAKE .B.G.W.T.N it22247018" userId="S::it22247018@my.sliit.lk::ad638593-24e3-48fe-8a68-665fdcc3a8ae" providerId="AD" clId="Web-{55979B68-996C-C9D2-8316-9C8ED1FA600A}" dt="2026-01-05T17:02:03.312" v="729"/>
          <ac:spMkLst>
            <pc:docMk/>
            <pc:sldMk cId="2528552803" sldId="291"/>
            <ac:spMk id="20" creationId="{01D381D1-14F4-9C79-380F-7C553427C0B1}"/>
          </ac:spMkLst>
        </pc:spChg>
        <pc:spChg chg="del">
          <ac:chgData name="BANDARANAYAKE .B.G.W.T.N it22247018" userId="S::it22247018@my.sliit.lk::ad638593-24e3-48fe-8a68-665fdcc3a8ae" providerId="AD" clId="Web-{55979B68-996C-C9D2-8316-9C8ED1FA600A}" dt="2026-01-05T17:02:03.312" v="728"/>
          <ac:spMkLst>
            <pc:docMk/>
            <pc:sldMk cId="2528552803" sldId="291"/>
            <ac:spMk id="21" creationId="{D7FE634E-8CAC-5440-DACA-C4E2CFA53478}"/>
          </ac:spMkLst>
        </pc:spChg>
        <pc:spChg chg="del">
          <ac:chgData name="BANDARANAYAKE .B.G.W.T.N it22247018" userId="S::it22247018@my.sliit.lk::ad638593-24e3-48fe-8a68-665fdcc3a8ae" providerId="AD" clId="Web-{55979B68-996C-C9D2-8316-9C8ED1FA600A}" dt="2026-01-05T17:02:03.312" v="727"/>
          <ac:spMkLst>
            <pc:docMk/>
            <pc:sldMk cId="2528552803" sldId="291"/>
            <ac:spMk id="22" creationId="{B4857CBD-5F23-7E88-78B7-8B3B4E022CDF}"/>
          </ac:spMkLst>
        </pc:spChg>
        <pc:spChg chg="del">
          <ac:chgData name="BANDARANAYAKE .B.G.W.T.N it22247018" userId="S::it22247018@my.sliit.lk::ad638593-24e3-48fe-8a68-665fdcc3a8ae" providerId="AD" clId="Web-{55979B68-996C-C9D2-8316-9C8ED1FA600A}" dt="2026-01-05T17:02:03.312" v="726"/>
          <ac:spMkLst>
            <pc:docMk/>
            <pc:sldMk cId="2528552803" sldId="291"/>
            <ac:spMk id="23" creationId="{E774339A-137C-FEDD-24E1-B9393DD501FD}"/>
          </ac:spMkLst>
        </pc:spChg>
        <pc:spChg chg="del">
          <ac:chgData name="BANDARANAYAKE .B.G.W.T.N it22247018" userId="S::it22247018@my.sliit.lk::ad638593-24e3-48fe-8a68-665fdcc3a8ae" providerId="AD" clId="Web-{55979B68-996C-C9D2-8316-9C8ED1FA600A}" dt="2026-01-05T17:02:03.312" v="725"/>
          <ac:spMkLst>
            <pc:docMk/>
            <pc:sldMk cId="2528552803" sldId="291"/>
            <ac:spMk id="24" creationId="{94528688-01AB-7E65-F53B-0E6DF262AF1B}"/>
          </ac:spMkLst>
        </pc:spChg>
        <pc:spChg chg="del">
          <ac:chgData name="BANDARANAYAKE .B.G.W.T.N it22247018" userId="S::it22247018@my.sliit.lk::ad638593-24e3-48fe-8a68-665fdcc3a8ae" providerId="AD" clId="Web-{55979B68-996C-C9D2-8316-9C8ED1FA600A}" dt="2026-01-05T17:02:03.312" v="724"/>
          <ac:spMkLst>
            <pc:docMk/>
            <pc:sldMk cId="2528552803" sldId="291"/>
            <ac:spMk id="25" creationId="{7C7EE4A7-63DD-90D5-C822-10094FC73EA8}"/>
          </ac:spMkLst>
        </pc:spChg>
        <pc:spChg chg="del">
          <ac:chgData name="BANDARANAYAKE .B.G.W.T.N it22247018" userId="S::it22247018@my.sliit.lk::ad638593-24e3-48fe-8a68-665fdcc3a8ae" providerId="AD" clId="Web-{55979B68-996C-C9D2-8316-9C8ED1FA600A}" dt="2026-01-05T17:02:03.312" v="723"/>
          <ac:spMkLst>
            <pc:docMk/>
            <pc:sldMk cId="2528552803" sldId="291"/>
            <ac:spMk id="27" creationId="{6A978A01-9C5B-300B-C7F5-6A3BC6BB4469}"/>
          </ac:spMkLst>
        </pc:spChg>
        <pc:grpChg chg="add mod">
          <ac:chgData name="BANDARANAYAKE .B.G.W.T.N it22247018" userId="S::it22247018@my.sliit.lk::ad638593-24e3-48fe-8a68-665fdcc3a8ae" providerId="AD" clId="Web-{55979B68-996C-C9D2-8316-9C8ED1FA600A}" dt="2026-01-05T17:02:42.783" v="752" actId="1076"/>
          <ac:grpSpMkLst>
            <pc:docMk/>
            <pc:sldMk cId="2528552803" sldId="291"/>
            <ac:grpSpMk id="38" creationId="{A1C89820-B8D4-56AD-7FAF-5360FDA4B035}"/>
          </ac:grpSpMkLst>
        </pc:grpChg>
        <pc:picChg chg="add del mod modCrop">
          <ac:chgData name="BANDARANAYAKE .B.G.W.T.N it22247018" userId="S::it22247018@my.sliit.lk::ad638593-24e3-48fe-8a68-665fdcc3a8ae" providerId="AD" clId="Web-{55979B68-996C-C9D2-8316-9C8ED1FA600A}" dt="2026-01-05T17:01:48.765" v="722"/>
          <ac:picMkLst>
            <pc:docMk/>
            <pc:sldMk cId="2528552803" sldId="291"/>
            <ac:picMk id="30" creationId="{A803C41A-827C-0134-07E8-664B8E423D54}"/>
          </ac:picMkLst>
        </pc:picChg>
        <pc:picChg chg="add mod">
          <ac:chgData name="BANDARANAYAKE .B.G.W.T.N it22247018" userId="S::it22247018@my.sliit.lk::ad638593-24e3-48fe-8a68-665fdcc3a8ae" providerId="AD" clId="Web-{55979B68-996C-C9D2-8316-9C8ED1FA600A}" dt="2026-01-05T17:04:14.161" v="758" actId="1076"/>
          <ac:picMkLst>
            <pc:docMk/>
            <pc:sldMk cId="2528552803" sldId="291"/>
            <ac:picMk id="31" creationId="{A6438A7A-4DC9-E4B6-6C47-840C6FEDCBBB}"/>
          </ac:picMkLst>
        </pc:picChg>
      </pc:sldChg>
      <pc:sldChg chg="add del replId">
        <pc:chgData name="BANDARANAYAKE .B.G.W.T.N it22247018" userId="S::it22247018@my.sliit.lk::ad638593-24e3-48fe-8a68-665fdcc3a8ae" providerId="AD" clId="Web-{55979B68-996C-C9D2-8316-9C8ED1FA600A}" dt="2026-01-05T17:53:42.168" v="851"/>
        <pc:sldMkLst>
          <pc:docMk/>
          <pc:sldMk cId="1624041257" sldId="292"/>
        </pc:sldMkLst>
      </pc:sldChg>
      <pc:sldChg chg="addSp delSp modSp add del replId">
        <pc:chgData name="BANDARANAYAKE .B.G.W.T.N it22247018" userId="S::it22247018@my.sliit.lk::ad638593-24e3-48fe-8a68-665fdcc3a8ae" providerId="AD" clId="Web-{55979B68-996C-C9D2-8316-9C8ED1FA600A}" dt="2026-01-05T17:53:42.121" v="850"/>
        <pc:sldMkLst>
          <pc:docMk/>
          <pc:sldMk cId="3042512398" sldId="293"/>
        </pc:sldMkLst>
        <pc:spChg chg="mod">
          <ac:chgData name="BANDARANAYAKE .B.G.W.T.N it22247018" userId="S::it22247018@my.sliit.lk::ad638593-24e3-48fe-8a68-665fdcc3a8ae" providerId="AD" clId="Web-{55979B68-996C-C9D2-8316-9C8ED1FA600A}" dt="2026-01-05T14:51:46.888" v="108" actId="20577"/>
          <ac:spMkLst>
            <pc:docMk/>
            <pc:sldMk cId="3042512398" sldId="293"/>
            <ac:spMk id="4" creationId="{34C5CCB6-D15B-E424-5A09-694535D9A2A4}"/>
          </ac:spMkLst>
        </pc:spChg>
        <pc:spChg chg="del">
          <ac:chgData name="BANDARANAYAKE .B.G.W.T.N it22247018" userId="S::it22247018@my.sliit.lk::ad638593-24e3-48fe-8a68-665fdcc3a8ae" providerId="AD" clId="Web-{55979B68-996C-C9D2-8316-9C8ED1FA600A}" dt="2026-01-05T16:52:56.753" v="709"/>
          <ac:spMkLst>
            <pc:docMk/>
            <pc:sldMk cId="3042512398" sldId="293"/>
            <ac:spMk id="16" creationId="{ECC84586-9AFA-8C8A-4387-70497844722C}"/>
          </ac:spMkLst>
        </pc:spChg>
        <pc:spChg chg="del">
          <ac:chgData name="BANDARANAYAKE .B.G.W.T.N it22247018" userId="S::it22247018@my.sliit.lk::ad638593-24e3-48fe-8a68-665fdcc3a8ae" providerId="AD" clId="Web-{55979B68-996C-C9D2-8316-9C8ED1FA600A}" dt="2026-01-05T16:52:59.221" v="710"/>
          <ac:spMkLst>
            <pc:docMk/>
            <pc:sldMk cId="3042512398" sldId="293"/>
            <ac:spMk id="17" creationId="{9C1EC310-6310-CE83-6A00-5FCE250FC690}"/>
          </ac:spMkLst>
        </pc:spChg>
        <pc:grpChg chg="add">
          <ac:chgData name="BANDARANAYAKE .B.G.W.T.N it22247018" userId="S::it22247018@my.sliit.lk::ad638593-24e3-48fe-8a68-665fdcc3a8ae" providerId="AD" clId="Web-{55979B68-996C-C9D2-8316-9C8ED1FA600A}" dt="2026-01-05T16:53:02.143" v="711"/>
          <ac:grpSpMkLst>
            <pc:docMk/>
            <pc:sldMk cId="3042512398" sldId="293"/>
            <ac:grpSpMk id="25" creationId="{F34AE29D-2320-6E54-0566-A7860B2FE93B}"/>
          </ac:grpSpMkLst>
        </pc:grpChg>
      </pc:sldChg>
      <pc:sldChg chg="addSp delSp modSp add replId">
        <pc:chgData name="BANDARANAYAKE .B.G.W.T.N it22247018" userId="S::it22247018@my.sliit.lk::ad638593-24e3-48fe-8a68-665fdcc3a8ae" providerId="AD" clId="Web-{55979B68-996C-C9D2-8316-9C8ED1FA600A}" dt="2026-01-05T16:44:50.464" v="695"/>
        <pc:sldMkLst>
          <pc:docMk/>
          <pc:sldMk cId="417827511" sldId="294"/>
        </pc:sldMkLst>
        <pc:spChg chg="ord">
          <ac:chgData name="BANDARANAYAKE .B.G.W.T.N it22247018" userId="S::it22247018@my.sliit.lk::ad638593-24e3-48fe-8a68-665fdcc3a8ae" providerId="AD" clId="Web-{55979B68-996C-C9D2-8316-9C8ED1FA600A}" dt="2026-01-05T16:40:18.100" v="594"/>
          <ac:spMkLst>
            <pc:docMk/>
            <pc:sldMk cId="417827511" sldId="294"/>
            <ac:spMk id="3" creationId="{D7318189-77B8-74D9-35BC-900E4F8998C1}"/>
          </ac:spMkLst>
        </pc:spChg>
        <pc:spChg chg="mod">
          <ac:chgData name="BANDARANAYAKE .B.G.W.T.N it22247018" userId="S::it22247018@my.sliit.lk::ad638593-24e3-48fe-8a68-665fdcc3a8ae" providerId="AD" clId="Web-{55979B68-996C-C9D2-8316-9C8ED1FA600A}" dt="2026-01-05T16:04:50.042" v="367" actId="1076"/>
          <ac:spMkLst>
            <pc:docMk/>
            <pc:sldMk cId="417827511" sldId="294"/>
            <ac:spMk id="6" creationId="{4223051B-7F9C-C417-E753-4A8041DFD781}"/>
          </ac:spMkLst>
        </pc:spChg>
        <pc:spChg chg="del mod">
          <ac:chgData name="BANDARANAYAKE .B.G.W.T.N it22247018" userId="S::it22247018@my.sliit.lk::ad638593-24e3-48fe-8a68-665fdcc3a8ae" providerId="AD" clId="Web-{55979B68-996C-C9D2-8316-9C8ED1FA600A}" dt="2026-01-05T15:12:17.140" v="187"/>
          <ac:spMkLst>
            <pc:docMk/>
            <pc:sldMk cId="417827511" sldId="294"/>
            <ac:spMk id="7" creationId="{B4EA6DF7-461E-73D3-B706-60A7CE3292C5}"/>
          </ac:spMkLst>
        </pc:spChg>
        <pc:spChg chg="mod">
          <ac:chgData name="BANDARANAYAKE .B.G.W.T.N it22247018" userId="S::it22247018@my.sliit.lk::ad638593-24e3-48fe-8a68-665fdcc3a8ae" providerId="AD" clId="Web-{55979B68-996C-C9D2-8316-9C8ED1FA600A}" dt="2026-01-05T15:30:04.488" v="297" actId="1076"/>
          <ac:spMkLst>
            <pc:docMk/>
            <pc:sldMk cId="417827511" sldId="294"/>
            <ac:spMk id="8" creationId="{E127956A-BECF-F4A7-9A3C-F22F56A17FC0}"/>
          </ac:spMkLst>
        </pc:spChg>
        <pc:spChg chg="mod">
          <ac:chgData name="BANDARANAYAKE .B.G.W.T.N it22247018" userId="S::it22247018@my.sliit.lk::ad638593-24e3-48fe-8a68-665fdcc3a8ae" providerId="AD" clId="Web-{55979B68-996C-C9D2-8316-9C8ED1FA600A}" dt="2026-01-05T15:29:53.941" v="285" actId="1076"/>
          <ac:spMkLst>
            <pc:docMk/>
            <pc:sldMk cId="417827511" sldId="294"/>
            <ac:spMk id="9" creationId="{46EA18DA-1D24-D3A6-B778-81780C65199A}"/>
          </ac:spMkLst>
        </pc:spChg>
        <pc:spChg chg="mod">
          <ac:chgData name="BANDARANAYAKE .B.G.W.T.N it22247018" userId="S::it22247018@my.sliit.lk::ad638593-24e3-48fe-8a68-665fdcc3a8ae" providerId="AD" clId="Web-{55979B68-996C-C9D2-8316-9C8ED1FA600A}" dt="2026-01-05T15:29:53.957" v="286" actId="1076"/>
          <ac:spMkLst>
            <pc:docMk/>
            <pc:sldMk cId="417827511" sldId="294"/>
            <ac:spMk id="10" creationId="{B7232BAA-3D88-42A2-1780-E5D51CD580FC}"/>
          </ac:spMkLst>
        </pc:spChg>
        <pc:spChg chg="mod">
          <ac:chgData name="BANDARANAYAKE .B.G.W.T.N it22247018" userId="S::it22247018@my.sliit.lk::ad638593-24e3-48fe-8a68-665fdcc3a8ae" providerId="AD" clId="Web-{55979B68-996C-C9D2-8316-9C8ED1FA600A}" dt="2026-01-05T15:30:40.099" v="302" actId="20577"/>
          <ac:spMkLst>
            <pc:docMk/>
            <pc:sldMk cId="417827511" sldId="294"/>
            <ac:spMk id="11" creationId="{6C2E11BE-C2BB-742D-C31C-018EFC271640}"/>
          </ac:spMkLst>
        </pc:spChg>
        <pc:spChg chg="del mod">
          <ac:chgData name="BANDARANAYAKE .B.G.W.T.N it22247018" userId="S::it22247018@my.sliit.lk::ad638593-24e3-48fe-8a68-665fdcc3a8ae" providerId="AD" clId="Web-{55979B68-996C-C9D2-8316-9C8ED1FA600A}" dt="2026-01-05T15:23:02.736" v="209"/>
          <ac:spMkLst>
            <pc:docMk/>
            <pc:sldMk cId="417827511" sldId="294"/>
            <ac:spMk id="12" creationId="{775D9CA2-0638-6FCF-9E89-56047B7D3DFC}"/>
          </ac:spMkLst>
        </pc:spChg>
        <pc:spChg chg="del">
          <ac:chgData name="BANDARANAYAKE .B.G.W.T.N it22247018" userId="S::it22247018@my.sliit.lk::ad638593-24e3-48fe-8a68-665fdcc3a8ae" providerId="AD" clId="Web-{55979B68-996C-C9D2-8316-9C8ED1FA600A}" dt="2026-01-05T15:23:07.517" v="210"/>
          <ac:spMkLst>
            <pc:docMk/>
            <pc:sldMk cId="417827511" sldId="294"/>
            <ac:spMk id="13" creationId="{38CD767D-CDD2-4B92-1E8B-FCC596ECD8C4}"/>
          </ac:spMkLst>
        </pc:spChg>
        <pc:spChg chg="del">
          <ac:chgData name="BANDARANAYAKE .B.G.W.T.N it22247018" userId="S::it22247018@my.sliit.lk::ad638593-24e3-48fe-8a68-665fdcc3a8ae" providerId="AD" clId="Web-{55979B68-996C-C9D2-8316-9C8ED1FA600A}" dt="2026-01-05T15:23:13.204" v="213"/>
          <ac:spMkLst>
            <pc:docMk/>
            <pc:sldMk cId="417827511" sldId="294"/>
            <ac:spMk id="14" creationId="{E8295F8F-E9BC-E615-8CA5-469199BD12D9}"/>
          </ac:spMkLst>
        </pc:spChg>
        <pc:spChg chg="del">
          <ac:chgData name="BANDARANAYAKE .B.G.W.T.N it22247018" userId="S::it22247018@my.sliit.lk::ad638593-24e3-48fe-8a68-665fdcc3a8ae" providerId="AD" clId="Web-{55979B68-996C-C9D2-8316-9C8ED1FA600A}" dt="2026-01-05T15:23:11.642" v="212"/>
          <ac:spMkLst>
            <pc:docMk/>
            <pc:sldMk cId="417827511" sldId="294"/>
            <ac:spMk id="15" creationId="{9EC3AAE4-37CF-4BD0-47D5-332EB18C0069}"/>
          </ac:spMkLst>
        </pc:spChg>
        <pc:spChg chg="del">
          <ac:chgData name="BANDARANAYAKE .B.G.W.T.N it22247018" userId="S::it22247018@my.sliit.lk::ad638593-24e3-48fe-8a68-665fdcc3a8ae" providerId="AD" clId="Web-{55979B68-996C-C9D2-8316-9C8ED1FA600A}" dt="2026-01-05T15:23:09.704" v="211"/>
          <ac:spMkLst>
            <pc:docMk/>
            <pc:sldMk cId="417827511" sldId="294"/>
            <ac:spMk id="16" creationId="{9431646C-9801-C093-A189-7CC8371F49E4}"/>
          </ac:spMkLst>
        </pc:spChg>
        <pc:spChg chg="del mod">
          <ac:chgData name="BANDARANAYAKE .B.G.W.T.N it22247018" userId="S::it22247018@my.sliit.lk::ad638593-24e3-48fe-8a68-665fdcc3a8ae" providerId="AD" clId="Web-{55979B68-996C-C9D2-8316-9C8ED1FA600A}" dt="2026-01-05T15:23:14.767" v="214"/>
          <ac:spMkLst>
            <pc:docMk/>
            <pc:sldMk cId="417827511" sldId="294"/>
            <ac:spMk id="17" creationId="{E6FCCBC3-FFF3-5F01-E6EF-A9BC4BE7A385}"/>
          </ac:spMkLst>
        </pc:spChg>
        <pc:spChg chg="del">
          <ac:chgData name="BANDARANAYAKE .B.G.W.T.N it22247018" userId="S::it22247018@my.sliit.lk::ad638593-24e3-48fe-8a68-665fdcc3a8ae" providerId="AD" clId="Web-{55979B68-996C-C9D2-8316-9C8ED1FA600A}" dt="2026-01-05T15:23:15.705" v="215"/>
          <ac:spMkLst>
            <pc:docMk/>
            <pc:sldMk cId="417827511" sldId="294"/>
            <ac:spMk id="18" creationId="{43000501-4D49-047B-76B7-426A5165BB6A}"/>
          </ac:spMkLst>
        </pc:spChg>
        <pc:spChg chg="del">
          <ac:chgData name="BANDARANAYAKE .B.G.W.T.N it22247018" userId="S::it22247018@my.sliit.lk::ad638593-24e3-48fe-8a68-665fdcc3a8ae" providerId="AD" clId="Web-{55979B68-996C-C9D2-8316-9C8ED1FA600A}" dt="2026-01-05T15:23:18.501" v="218"/>
          <ac:spMkLst>
            <pc:docMk/>
            <pc:sldMk cId="417827511" sldId="294"/>
            <ac:spMk id="19" creationId="{F3943763-EF41-2220-4BBA-E57C28D5C80A}"/>
          </ac:spMkLst>
        </pc:spChg>
        <pc:spChg chg="del">
          <ac:chgData name="BANDARANAYAKE .B.G.W.T.N it22247018" userId="S::it22247018@my.sliit.lk::ad638593-24e3-48fe-8a68-665fdcc3a8ae" providerId="AD" clId="Web-{55979B68-996C-C9D2-8316-9C8ED1FA600A}" dt="2026-01-05T15:23:22.408" v="221"/>
          <ac:spMkLst>
            <pc:docMk/>
            <pc:sldMk cId="417827511" sldId="294"/>
            <ac:spMk id="20" creationId="{C262A029-5742-BCBB-054C-CEA08D6B98EE}"/>
          </ac:spMkLst>
        </pc:spChg>
        <pc:spChg chg="del mod">
          <ac:chgData name="BANDARANAYAKE .B.G.W.T.N it22247018" userId="S::it22247018@my.sliit.lk::ad638593-24e3-48fe-8a68-665fdcc3a8ae" providerId="AD" clId="Web-{55979B68-996C-C9D2-8316-9C8ED1FA600A}" dt="2026-01-05T15:23:17.517" v="217"/>
          <ac:spMkLst>
            <pc:docMk/>
            <pc:sldMk cId="417827511" sldId="294"/>
            <ac:spMk id="21" creationId="{9B12F5F8-75E6-37F3-CE2E-C98A7522D131}"/>
          </ac:spMkLst>
        </pc:spChg>
        <pc:spChg chg="del mod">
          <ac:chgData name="BANDARANAYAKE .B.G.W.T.N it22247018" userId="S::it22247018@my.sliit.lk::ad638593-24e3-48fe-8a68-665fdcc3a8ae" providerId="AD" clId="Web-{55979B68-996C-C9D2-8316-9C8ED1FA600A}" dt="2026-01-05T15:23:20.267" v="220"/>
          <ac:spMkLst>
            <pc:docMk/>
            <pc:sldMk cId="417827511" sldId="294"/>
            <ac:spMk id="22" creationId="{2B4F9466-525A-A46E-5D51-C897A34FC1CE}"/>
          </ac:spMkLst>
        </pc:spChg>
        <pc:spChg chg="del">
          <ac:chgData name="BANDARANAYAKE .B.G.W.T.N it22247018" userId="S::it22247018@my.sliit.lk::ad638593-24e3-48fe-8a68-665fdcc3a8ae" providerId="AD" clId="Web-{55979B68-996C-C9D2-8316-9C8ED1FA600A}" dt="2026-01-05T16:41:07.211" v="613"/>
          <ac:spMkLst>
            <pc:docMk/>
            <pc:sldMk cId="417827511" sldId="294"/>
            <ac:spMk id="24" creationId="{2E6A64FC-111F-1C0A-2B98-9A0D4525474B}"/>
          </ac:spMkLst>
        </pc:spChg>
        <pc:spChg chg="del">
          <ac:chgData name="BANDARANAYAKE .B.G.W.T.N it22247018" userId="S::it22247018@my.sliit.lk::ad638593-24e3-48fe-8a68-665fdcc3a8ae" providerId="AD" clId="Web-{55979B68-996C-C9D2-8316-9C8ED1FA600A}" dt="2026-01-05T16:39:49.286" v="589"/>
          <ac:spMkLst>
            <pc:docMk/>
            <pc:sldMk cId="417827511" sldId="294"/>
            <ac:spMk id="25" creationId="{C19685F4-1618-613D-710B-0420170DDEE6}"/>
          </ac:spMkLst>
        </pc:spChg>
        <pc:spChg chg="mod ord">
          <ac:chgData name="BANDARANAYAKE .B.G.W.T.N it22247018" userId="S::it22247018@my.sliit.lk::ad638593-24e3-48fe-8a68-665fdcc3a8ae" providerId="AD" clId="Web-{55979B68-996C-C9D2-8316-9C8ED1FA600A}" dt="2026-01-05T16:44:16.370" v="692" actId="20577"/>
          <ac:spMkLst>
            <pc:docMk/>
            <pc:sldMk cId="417827511" sldId="294"/>
            <ac:spMk id="26" creationId="{59155B19-A01D-E093-FBCB-1CF581E8F99A}"/>
          </ac:spMkLst>
        </pc:spChg>
        <pc:spChg chg="add mod">
          <ac:chgData name="BANDARANAYAKE .B.G.W.T.N it22247018" userId="S::it22247018@my.sliit.lk::ad638593-24e3-48fe-8a68-665fdcc3a8ae" providerId="AD" clId="Web-{55979B68-996C-C9D2-8316-9C8ED1FA600A}" dt="2026-01-05T15:29:53.988" v="287" actId="1076"/>
          <ac:spMkLst>
            <pc:docMk/>
            <pc:sldMk cId="417827511" sldId="294"/>
            <ac:spMk id="27" creationId="{8A822F4B-C54A-55DE-2F01-1A8B47F48194}"/>
          </ac:spMkLst>
        </pc:spChg>
        <pc:spChg chg="add mod">
          <ac:chgData name="BANDARANAYAKE .B.G.W.T.N it22247018" userId="S::it22247018@my.sliit.lk::ad638593-24e3-48fe-8a68-665fdcc3a8ae" providerId="AD" clId="Web-{55979B68-996C-C9D2-8316-9C8ED1FA600A}" dt="2026-01-05T15:29:53.988" v="288" actId="1076"/>
          <ac:spMkLst>
            <pc:docMk/>
            <pc:sldMk cId="417827511" sldId="294"/>
            <ac:spMk id="28" creationId="{7D1814F7-8C45-18B6-FBE2-50000BDEA597}"/>
          </ac:spMkLst>
        </pc:spChg>
        <pc:spChg chg="add mod">
          <ac:chgData name="BANDARANAYAKE .B.G.W.T.N it22247018" userId="S::it22247018@my.sliit.lk::ad638593-24e3-48fe-8a68-665fdcc3a8ae" providerId="AD" clId="Web-{55979B68-996C-C9D2-8316-9C8ED1FA600A}" dt="2026-01-05T15:29:54.003" v="289" actId="1076"/>
          <ac:spMkLst>
            <pc:docMk/>
            <pc:sldMk cId="417827511" sldId="294"/>
            <ac:spMk id="29" creationId="{D0404CBB-B389-B81A-6EEF-1ED9DF95A462}"/>
          </ac:spMkLst>
        </pc:spChg>
        <pc:spChg chg="add mod">
          <ac:chgData name="BANDARANAYAKE .B.G.W.T.N it22247018" userId="S::it22247018@my.sliit.lk::ad638593-24e3-48fe-8a68-665fdcc3a8ae" providerId="AD" clId="Web-{55979B68-996C-C9D2-8316-9C8ED1FA600A}" dt="2026-01-05T15:30:49.475" v="305" actId="20577"/>
          <ac:spMkLst>
            <pc:docMk/>
            <pc:sldMk cId="417827511" sldId="294"/>
            <ac:spMk id="30" creationId="{7A23DA8D-0C85-2C0C-682F-257C3C5A21FC}"/>
          </ac:spMkLst>
        </pc:spChg>
        <pc:spChg chg="add mod">
          <ac:chgData name="BANDARANAYAKE .B.G.W.T.N it22247018" userId="S::it22247018@my.sliit.lk::ad638593-24e3-48fe-8a68-665fdcc3a8ae" providerId="AD" clId="Web-{55979B68-996C-C9D2-8316-9C8ED1FA600A}" dt="2026-01-05T15:29:54.019" v="290" actId="1076"/>
          <ac:spMkLst>
            <pc:docMk/>
            <pc:sldMk cId="417827511" sldId="294"/>
            <ac:spMk id="31" creationId="{DAD9E873-C3DC-0E2A-F8F8-BF3B8FFB1A0B}"/>
          </ac:spMkLst>
        </pc:spChg>
        <pc:spChg chg="add mod">
          <ac:chgData name="BANDARANAYAKE .B.G.W.T.N it22247018" userId="S::it22247018@my.sliit.lk::ad638593-24e3-48fe-8a68-665fdcc3a8ae" providerId="AD" clId="Web-{55979B68-996C-C9D2-8316-9C8ED1FA600A}" dt="2026-01-05T15:29:54.035" v="291" actId="1076"/>
          <ac:spMkLst>
            <pc:docMk/>
            <pc:sldMk cId="417827511" sldId="294"/>
            <ac:spMk id="32" creationId="{16CCA6EA-E2B1-59DF-8B84-4F86528AFB14}"/>
          </ac:spMkLst>
        </pc:spChg>
        <pc:spChg chg="add mod">
          <ac:chgData name="BANDARANAYAKE .B.G.W.T.N it22247018" userId="S::it22247018@my.sliit.lk::ad638593-24e3-48fe-8a68-665fdcc3a8ae" providerId="AD" clId="Web-{55979B68-996C-C9D2-8316-9C8ED1FA600A}" dt="2026-01-05T15:29:54.050" v="292" actId="1076"/>
          <ac:spMkLst>
            <pc:docMk/>
            <pc:sldMk cId="417827511" sldId="294"/>
            <ac:spMk id="33" creationId="{5DE1F5D1-F20D-9966-A1D4-57B59F1BA448}"/>
          </ac:spMkLst>
        </pc:spChg>
        <pc:spChg chg="add mod">
          <ac:chgData name="BANDARANAYAKE .B.G.W.T.N it22247018" userId="S::it22247018@my.sliit.lk::ad638593-24e3-48fe-8a68-665fdcc3a8ae" providerId="AD" clId="Web-{55979B68-996C-C9D2-8316-9C8ED1FA600A}" dt="2026-01-05T15:31:00.960" v="308" actId="20577"/>
          <ac:spMkLst>
            <pc:docMk/>
            <pc:sldMk cId="417827511" sldId="294"/>
            <ac:spMk id="34" creationId="{426EB893-4D37-E9E6-44C9-C8C4C7AA656C}"/>
          </ac:spMkLst>
        </pc:spChg>
        <pc:spChg chg="add del">
          <ac:chgData name="BANDARANAYAKE .B.G.W.T.N it22247018" userId="S::it22247018@my.sliit.lk::ad638593-24e3-48fe-8a68-665fdcc3a8ae" providerId="AD" clId="Web-{55979B68-996C-C9D2-8316-9C8ED1FA600A}" dt="2026-01-05T16:39:29.379" v="586"/>
          <ac:spMkLst>
            <pc:docMk/>
            <pc:sldMk cId="417827511" sldId="294"/>
            <ac:spMk id="37" creationId="{EEAC3E0D-EB50-6F9E-1BFC-1D2F6EC72BAD}"/>
          </ac:spMkLst>
        </pc:spChg>
        <pc:spChg chg="add mod ord">
          <ac:chgData name="BANDARANAYAKE .B.G.W.T.N it22247018" userId="S::it22247018@my.sliit.lk::ad638593-24e3-48fe-8a68-665fdcc3a8ae" providerId="AD" clId="Web-{55979B68-996C-C9D2-8316-9C8ED1FA600A}" dt="2026-01-05T16:40:41.913" v="598" actId="1076"/>
          <ac:spMkLst>
            <pc:docMk/>
            <pc:sldMk cId="417827511" sldId="294"/>
            <ac:spMk id="39" creationId="{5B594BD1-905A-5A4F-3F92-0C7F618E5BF4}"/>
          </ac:spMkLst>
        </pc:spChg>
        <pc:spChg chg="add">
          <ac:chgData name="BANDARANAYAKE .B.G.W.T.N it22247018" userId="S::it22247018@my.sliit.lk::ad638593-24e3-48fe-8a68-665fdcc3a8ae" providerId="AD" clId="Web-{55979B68-996C-C9D2-8316-9C8ED1FA600A}" dt="2026-01-05T16:39:16.426" v="583"/>
          <ac:spMkLst>
            <pc:docMk/>
            <pc:sldMk cId="417827511" sldId="294"/>
            <ac:spMk id="41" creationId="{9B8B7023-1EB5-36CF-9BF7-84AD9CDA93B6}"/>
          </ac:spMkLst>
        </pc:spChg>
        <pc:spChg chg="add mod">
          <ac:chgData name="BANDARANAYAKE .B.G.W.T.N it22247018" userId="S::it22247018@my.sliit.lk::ad638593-24e3-48fe-8a68-665fdcc3a8ae" providerId="AD" clId="Web-{55979B68-996C-C9D2-8316-9C8ED1FA600A}" dt="2026-01-05T16:43:43.635" v="688" actId="1076"/>
          <ac:spMkLst>
            <pc:docMk/>
            <pc:sldMk cId="417827511" sldId="294"/>
            <ac:spMk id="43" creationId="{578A8934-2D57-F199-9062-9CC4FD0C88A6}"/>
          </ac:spMkLst>
        </pc:spChg>
        <pc:grpChg chg="add">
          <ac:chgData name="BANDARANAYAKE .B.G.W.T.N it22247018" userId="S::it22247018@my.sliit.lk::ad638593-24e3-48fe-8a68-665fdcc3a8ae" providerId="AD" clId="Web-{55979B68-996C-C9D2-8316-9C8ED1FA600A}" dt="2026-01-05T16:44:35.152" v="693"/>
          <ac:grpSpMkLst>
            <pc:docMk/>
            <pc:sldMk cId="417827511" sldId="294"/>
            <ac:grpSpMk id="44" creationId="{FB947AB6-EC68-E2AC-3F75-97E3A260E15B}"/>
          </ac:grpSpMkLst>
        </pc:grpChg>
        <pc:picChg chg="ord">
          <ac:chgData name="BANDARANAYAKE .B.G.W.T.N it22247018" userId="S::it22247018@my.sliit.lk::ad638593-24e3-48fe-8a68-665fdcc3a8ae" providerId="AD" clId="Web-{55979B68-996C-C9D2-8316-9C8ED1FA600A}" dt="2026-01-05T16:40:20.912" v="595"/>
          <ac:picMkLst>
            <pc:docMk/>
            <pc:sldMk cId="417827511" sldId="294"/>
            <ac:picMk id="2" creationId="{BF4597CE-E7BA-A6DC-8BC8-6ABC336FCCAE}"/>
          </ac:picMkLst>
        </pc:picChg>
        <pc:picChg chg="add del mod">
          <ac:chgData name="BANDARANAYAKE .B.G.W.T.N it22247018" userId="S::it22247018@my.sliit.lk::ad638593-24e3-48fe-8a68-665fdcc3a8ae" providerId="AD" clId="Web-{55979B68-996C-C9D2-8316-9C8ED1FA600A}" dt="2026-01-05T15:29:28.455" v="263"/>
          <ac:picMkLst>
            <pc:docMk/>
            <pc:sldMk cId="417827511" sldId="294"/>
            <ac:picMk id="35" creationId="{E0247E62-BEA1-B5E2-6ADF-A1EF03127582}"/>
          </ac:picMkLst>
        </pc:picChg>
        <pc:picChg chg="add mod">
          <ac:chgData name="BANDARANAYAKE .B.G.W.T.N it22247018" userId="S::it22247018@my.sliit.lk::ad638593-24e3-48fe-8a68-665fdcc3a8ae" providerId="AD" clId="Web-{55979B68-996C-C9D2-8316-9C8ED1FA600A}" dt="2026-01-05T16:41:34.914" v="617" actId="1076"/>
          <ac:picMkLst>
            <pc:docMk/>
            <pc:sldMk cId="417827511" sldId="294"/>
            <ac:picMk id="42" creationId="{28FE9AF2-0482-9F4D-1DE9-960A4C3670DF}"/>
          </ac:picMkLst>
        </pc:picChg>
        <pc:picChg chg="add del mod">
          <ac:chgData name="BANDARANAYAKE .B.G.W.T.N it22247018" userId="S::it22247018@my.sliit.lk::ad638593-24e3-48fe-8a68-665fdcc3a8ae" providerId="AD" clId="Web-{55979B68-996C-C9D2-8316-9C8ED1FA600A}" dt="2026-01-05T16:44:50.464" v="695"/>
          <ac:picMkLst>
            <pc:docMk/>
            <pc:sldMk cId="417827511" sldId="294"/>
            <ac:picMk id="45" creationId="{44E3A998-7734-736C-FA64-E973DA2A4E11}"/>
          </ac:picMkLst>
        </pc:picChg>
      </pc:sldChg>
      <pc:sldChg chg="addSp delSp modSp add replId">
        <pc:chgData name="BANDARANAYAKE .B.G.W.T.N it22247018" userId="S::it22247018@my.sliit.lk::ad638593-24e3-48fe-8a68-665fdcc3a8ae" providerId="AD" clId="Web-{55979B68-996C-C9D2-8316-9C8ED1FA600A}" dt="2026-01-05T18:23:39.878" v="1138" actId="1076"/>
        <pc:sldMkLst>
          <pc:docMk/>
          <pc:sldMk cId="413387166" sldId="295"/>
        </pc:sldMkLst>
        <pc:spChg chg="add del">
          <ac:chgData name="BANDARANAYAKE .B.G.W.T.N it22247018" userId="S::it22247018@my.sliit.lk::ad638593-24e3-48fe-8a68-665fdcc3a8ae" providerId="AD" clId="Web-{55979B68-996C-C9D2-8316-9C8ED1FA600A}" dt="2026-01-05T15:45:41.314" v="323"/>
          <ac:spMkLst>
            <pc:docMk/>
            <pc:sldMk cId="413387166" sldId="295"/>
            <ac:spMk id="2" creationId="{59C21494-6034-2008-A412-15632834C8AB}"/>
          </ac:spMkLst>
        </pc:spChg>
        <pc:spChg chg="del">
          <ac:chgData name="BANDARANAYAKE .B.G.W.T.N it22247018" userId="S::it22247018@my.sliit.lk::ad638593-24e3-48fe-8a68-665fdcc3a8ae" providerId="AD" clId="Web-{55979B68-996C-C9D2-8316-9C8ED1FA600A}" dt="2026-01-05T15:45:26.923" v="315"/>
          <ac:spMkLst>
            <pc:docMk/>
            <pc:sldMk cId="413387166" sldId="295"/>
            <ac:spMk id="4" creationId="{8E1316BB-3306-F9D2-0AB1-1E8641204813}"/>
          </ac:spMkLst>
        </pc:spChg>
        <pc:spChg chg="del">
          <ac:chgData name="BANDARANAYAKE .B.G.W.T.N it22247018" userId="S::it22247018@my.sliit.lk::ad638593-24e3-48fe-8a68-665fdcc3a8ae" providerId="AD" clId="Web-{55979B68-996C-C9D2-8316-9C8ED1FA600A}" dt="2026-01-05T15:45:28.563" v="316"/>
          <ac:spMkLst>
            <pc:docMk/>
            <pc:sldMk cId="413387166" sldId="295"/>
            <ac:spMk id="5" creationId="{13CF3D7F-103C-1A4D-DEDD-556073AA62C4}"/>
          </ac:spMkLst>
        </pc:spChg>
        <pc:spChg chg="del">
          <ac:chgData name="BANDARANAYAKE .B.G.W.T.N it22247018" userId="S::it22247018@my.sliit.lk::ad638593-24e3-48fe-8a68-665fdcc3a8ae" providerId="AD" clId="Web-{55979B68-996C-C9D2-8316-9C8ED1FA600A}" dt="2026-01-05T15:45:07.374" v="309"/>
          <ac:spMkLst>
            <pc:docMk/>
            <pc:sldMk cId="413387166" sldId="295"/>
            <ac:spMk id="6" creationId="{039DBB18-7441-C692-349A-6420459229A7}"/>
          </ac:spMkLst>
        </pc:spChg>
        <pc:spChg chg="del">
          <ac:chgData name="BANDARANAYAKE .B.G.W.T.N it22247018" userId="S::it22247018@my.sliit.lk::ad638593-24e3-48fe-8a68-665fdcc3a8ae" providerId="AD" clId="Web-{55979B68-996C-C9D2-8316-9C8ED1FA600A}" dt="2026-01-05T15:45:08.937" v="310"/>
          <ac:spMkLst>
            <pc:docMk/>
            <pc:sldMk cId="413387166" sldId="295"/>
            <ac:spMk id="7" creationId="{55C936FF-6C8B-3A24-BABC-12C7E331E8A2}"/>
          </ac:spMkLst>
        </pc:spChg>
        <pc:spChg chg="del">
          <ac:chgData name="BANDARANAYAKE .B.G.W.T.N it22247018" userId="S::it22247018@my.sliit.lk::ad638593-24e3-48fe-8a68-665fdcc3a8ae" providerId="AD" clId="Web-{55979B68-996C-C9D2-8316-9C8ED1FA600A}" dt="2026-01-05T15:45:10.343" v="311"/>
          <ac:spMkLst>
            <pc:docMk/>
            <pc:sldMk cId="413387166" sldId="295"/>
            <ac:spMk id="8" creationId="{840414B9-65AF-7DEC-03BF-99C18D6C25F5}"/>
          </ac:spMkLst>
        </pc:spChg>
        <pc:spChg chg="del mod">
          <ac:chgData name="BANDARANAYAKE .B.G.W.T.N it22247018" userId="S::it22247018@my.sliit.lk::ad638593-24e3-48fe-8a68-665fdcc3a8ae" providerId="AD" clId="Web-{55979B68-996C-C9D2-8316-9C8ED1FA600A}" dt="2026-01-05T15:45:17.125" v="313"/>
          <ac:spMkLst>
            <pc:docMk/>
            <pc:sldMk cId="413387166" sldId="295"/>
            <ac:spMk id="9" creationId="{D690B304-D50A-CB73-393A-CF979198ED89}"/>
          </ac:spMkLst>
        </pc:spChg>
        <pc:spChg chg="del">
          <ac:chgData name="BANDARANAYAKE .B.G.W.T.N it22247018" userId="S::it22247018@my.sliit.lk::ad638593-24e3-48fe-8a68-665fdcc3a8ae" providerId="AD" clId="Web-{55979B68-996C-C9D2-8316-9C8ED1FA600A}" dt="2026-01-05T15:45:25.891" v="314"/>
          <ac:spMkLst>
            <pc:docMk/>
            <pc:sldMk cId="413387166" sldId="295"/>
            <ac:spMk id="10" creationId="{80DCBAEC-8C70-3239-5AE4-DC7C37D055F9}"/>
          </ac:spMkLst>
        </pc:spChg>
        <pc:spChg chg="mod">
          <ac:chgData name="BANDARANAYAKE .B.G.W.T.N it22247018" userId="S::it22247018@my.sliit.lk::ad638593-24e3-48fe-8a68-665fdcc3a8ae" providerId="AD" clId="Web-{55979B68-996C-C9D2-8316-9C8ED1FA600A}" dt="2026-01-05T18:23:07.972" v="1134" actId="20577"/>
          <ac:spMkLst>
            <pc:docMk/>
            <pc:sldMk cId="413387166" sldId="295"/>
            <ac:spMk id="11" creationId="{196189D0-BBC2-B2D3-B020-C21B8EA8BAA0}"/>
          </ac:spMkLst>
        </pc:spChg>
        <pc:spChg chg="mod">
          <ac:chgData name="BANDARANAYAKE .B.G.W.T.N it22247018" userId="S::it22247018@my.sliit.lk::ad638593-24e3-48fe-8a68-665fdcc3a8ae" providerId="AD" clId="Web-{55979B68-996C-C9D2-8316-9C8ED1FA600A}" dt="2026-01-05T18:23:39.878" v="1138" actId="1076"/>
          <ac:spMkLst>
            <pc:docMk/>
            <pc:sldMk cId="413387166" sldId="295"/>
            <ac:spMk id="12" creationId="{FFF7E58F-F05D-5189-57E3-9B0AB920CC6A}"/>
          </ac:spMkLst>
        </pc:spChg>
        <pc:spChg chg="mod">
          <ac:chgData name="BANDARANAYAKE .B.G.W.T.N it22247018" userId="S::it22247018@my.sliit.lk::ad638593-24e3-48fe-8a68-665fdcc3a8ae" providerId="AD" clId="Web-{55979B68-996C-C9D2-8316-9C8ED1FA600A}" dt="2026-01-05T14:56:34.109" v="155" actId="1076"/>
          <ac:spMkLst>
            <pc:docMk/>
            <pc:sldMk cId="413387166" sldId="295"/>
            <ac:spMk id="13" creationId="{DEEF0293-DAE3-9C4B-14E8-EFC7192E881A}"/>
          </ac:spMkLst>
        </pc:spChg>
        <pc:spChg chg="mod">
          <ac:chgData name="BANDARANAYAKE .B.G.W.T.N it22247018" userId="S::it22247018@my.sliit.lk::ad638593-24e3-48fe-8a68-665fdcc3a8ae" providerId="AD" clId="Web-{55979B68-996C-C9D2-8316-9C8ED1FA600A}" dt="2026-01-05T15:49:01.543" v="345" actId="14100"/>
          <ac:spMkLst>
            <pc:docMk/>
            <pc:sldMk cId="413387166" sldId="295"/>
            <ac:spMk id="14" creationId="{5630A6DA-3810-2FE5-4DE7-3539A8DD34EF}"/>
          </ac:spMkLst>
        </pc:spChg>
        <pc:spChg chg="del">
          <ac:chgData name="BANDARANAYAKE .B.G.W.T.N it22247018" userId="S::it22247018@my.sliit.lk::ad638593-24e3-48fe-8a68-665fdcc3a8ae" providerId="AD" clId="Web-{55979B68-996C-C9D2-8316-9C8ED1FA600A}" dt="2026-01-05T14:55:37.185" v="129"/>
          <ac:spMkLst>
            <pc:docMk/>
            <pc:sldMk cId="413387166" sldId="295"/>
            <ac:spMk id="15" creationId="{BD7A06C5-3C3F-BAEF-87AC-E0FB69AB9947}"/>
          </ac:spMkLst>
        </pc:spChg>
        <pc:spChg chg="mod">
          <ac:chgData name="BANDARANAYAKE .B.G.W.T.N it22247018" userId="S::it22247018@my.sliit.lk::ad638593-24e3-48fe-8a68-665fdcc3a8ae" providerId="AD" clId="Web-{55979B68-996C-C9D2-8316-9C8ED1FA600A}" dt="2026-01-05T15:48:39.198" v="335" actId="1076"/>
          <ac:spMkLst>
            <pc:docMk/>
            <pc:sldMk cId="413387166" sldId="295"/>
            <ac:spMk id="16" creationId="{F79A188D-6893-CC4A-38C2-25BE0E6B24EC}"/>
          </ac:spMkLst>
        </pc:spChg>
        <pc:spChg chg="del">
          <ac:chgData name="BANDARANAYAKE .B.G.W.T.N it22247018" userId="S::it22247018@my.sliit.lk::ad638593-24e3-48fe-8a68-665fdcc3a8ae" providerId="AD" clId="Web-{55979B68-996C-C9D2-8316-9C8ED1FA600A}" dt="2026-01-05T14:50:50.153" v="99"/>
          <ac:spMkLst>
            <pc:docMk/>
            <pc:sldMk cId="413387166" sldId="295"/>
            <ac:spMk id="17" creationId="{4F187DDF-0C23-8D95-4259-B801789D2465}"/>
          </ac:spMkLst>
        </pc:spChg>
        <pc:spChg chg="mod">
          <ac:chgData name="BANDARANAYAKE .B.G.W.T.N it22247018" userId="S::it22247018@my.sliit.lk::ad638593-24e3-48fe-8a68-665fdcc3a8ae" providerId="AD" clId="Web-{55979B68-996C-C9D2-8316-9C8ED1FA600A}" dt="2026-01-05T14:56:34.188" v="158" actId="1076"/>
          <ac:spMkLst>
            <pc:docMk/>
            <pc:sldMk cId="413387166" sldId="295"/>
            <ac:spMk id="18" creationId="{5C23B01C-DC28-4D88-C207-776362260C80}"/>
          </ac:spMkLst>
        </pc:spChg>
        <pc:spChg chg="mod">
          <ac:chgData name="BANDARANAYAKE .B.G.W.T.N it22247018" userId="S::it22247018@my.sliit.lk::ad638593-24e3-48fe-8a68-665fdcc3a8ae" providerId="AD" clId="Web-{55979B68-996C-C9D2-8316-9C8ED1FA600A}" dt="2026-01-05T14:56:34.203" v="159" actId="1076"/>
          <ac:spMkLst>
            <pc:docMk/>
            <pc:sldMk cId="413387166" sldId="295"/>
            <ac:spMk id="19" creationId="{D26D0492-010B-D605-4C15-CF0492E316B1}"/>
          </ac:spMkLst>
        </pc:spChg>
        <pc:spChg chg="del">
          <ac:chgData name="BANDARANAYAKE .B.G.W.T.N it22247018" userId="S::it22247018@my.sliit.lk::ad638593-24e3-48fe-8a68-665fdcc3a8ae" providerId="AD" clId="Web-{55979B68-996C-C9D2-8316-9C8ED1FA600A}" dt="2026-01-05T14:50:51.074" v="100"/>
          <ac:spMkLst>
            <pc:docMk/>
            <pc:sldMk cId="413387166" sldId="295"/>
            <ac:spMk id="20" creationId="{1BC30FA0-F31C-F460-EFC0-1C6C31509DC9}"/>
          </ac:spMkLst>
        </pc:spChg>
        <pc:spChg chg="del">
          <ac:chgData name="BANDARANAYAKE .B.G.W.T.N it22247018" userId="S::it22247018@my.sliit.lk::ad638593-24e3-48fe-8a68-665fdcc3a8ae" providerId="AD" clId="Web-{55979B68-996C-C9D2-8316-9C8ED1FA600A}" dt="2026-01-05T14:50:52.793" v="101"/>
          <ac:spMkLst>
            <pc:docMk/>
            <pc:sldMk cId="413387166" sldId="295"/>
            <ac:spMk id="21" creationId="{26A80FBF-89E0-7C76-C76A-81D6B3A69168}"/>
          </ac:spMkLst>
        </pc:spChg>
        <pc:spChg chg="add del mod">
          <ac:chgData name="BANDARANAYAKE .B.G.W.T.N it22247018" userId="S::it22247018@my.sliit.lk::ad638593-24e3-48fe-8a68-665fdcc3a8ae" providerId="AD" clId="Web-{55979B68-996C-C9D2-8316-9C8ED1FA600A}" dt="2026-01-05T14:52:01.419" v="116"/>
          <ac:spMkLst>
            <pc:docMk/>
            <pc:sldMk cId="413387166" sldId="295"/>
            <ac:spMk id="22" creationId="{BD78E5D8-699D-F12E-6D68-30BFB9F48596}"/>
          </ac:spMkLst>
        </pc:spChg>
        <pc:spChg chg="del">
          <ac:chgData name="BANDARANAYAKE .B.G.W.T.N it22247018" userId="S::it22247018@my.sliit.lk::ad638593-24e3-48fe-8a68-665fdcc3a8ae" providerId="AD" clId="Web-{55979B68-996C-C9D2-8316-9C8ED1FA600A}" dt="2026-01-05T14:50:44.543" v="94"/>
          <ac:spMkLst>
            <pc:docMk/>
            <pc:sldMk cId="413387166" sldId="295"/>
            <ac:spMk id="23" creationId="{8AA0324B-58CB-881D-9EA9-BDBD0BFBD88F}"/>
          </ac:spMkLst>
        </pc:spChg>
        <pc:spChg chg="del mod">
          <ac:chgData name="BANDARANAYAKE .B.G.W.T.N it22247018" userId="S::it22247018@my.sliit.lk::ad638593-24e3-48fe-8a68-665fdcc3a8ae" providerId="AD" clId="Web-{55979B68-996C-C9D2-8316-9C8ED1FA600A}" dt="2026-01-05T14:50:47.481" v="97"/>
          <ac:spMkLst>
            <pc:docMk/>
            <pc:sldMk cId="413387166" sldId="295"/>
            <ac:spMk id="24" creationId="{F36DD267-6598-33B0-C3D8-CF04047BEE8E}"/>
          </ac:spMkLst>
        </pc:spChg>
        <pc:spChg chg="del mod">
          <ac:chgData name="BANDARANAYAKE .B.G.W.T.N it22247018" userId="S::it22247018@my.sliit.lk::ad638593-24e3-48fe-8a68-665fdcc3a8ae" providerId="AD" clId="Web-{55979B68-996C-C9D2-8316-9C8ED1FA600A}" dt="2026-01-05T14:50:49.481" v="98"/>
          <ac:spMkLst>
            <pc:docMk/>
            <pc:sldMk cId="413387166" sldId="295"/>
            <ac:spMk id="25" creationId="{238BAFEB-90B6-1AD2-61D3-EFBFCD3D1C98}"/>
          </ac:spMkLst>
        </pc:spChg>
        <pc:spChg chg="del">
          <ac:chgData name="BANDARANAYAKE .B.G.W.T.N it22247018" userId="S::it22247018@my.sliit.lk::ad638593-24e3-48fe-8a68-665fdcc3a8ae" providerId="AD" clId="Web-{55979B68-996C-C9D2-8316-9C8ED1FA600A}" dt="2026-01-05T16:45:19.372" v="701"/>
          <ac:spMkLst>
            <pc:docMk/>
            <pc:sldMk cId="413387166" sldId="295"/>
            <ac:spMk id="27" creationId="{441B587E-F76D-46D4-7A3C-53138290F8F8}"/>
          </ac:spMkLst>
        </pc:spChg>
        <pc:spChg chg="del">
          <ac:chgData name="BANDARANAYAKE .B.G.W.T.N it22247018" userId="S::it22247018@my.sliit.lk::ad638593-24e3-48fe-8a68-665fdcc3a8ae" providerId="AD" clId="Web-{55979B68-996C-C9D2-8316-9C8ED1FA600A}" dt="2026-01-05T16:45:16.982" v="700"/>
          <ac:spMkLst>
            <pc:docMk/>
            <pc:sldMk cId="413387166" sldId="295"/>
            <ac:spMk id="28" creationId="{8F47615B-7B8E-2FD5-F267-D8B6A63013D5}"/>
          </ac:spMkLst>
        </pc:spChg>
        <pc:spChg chg="mod">
          <ac:chgData name="BANDARANAYAKE .B.G.W.T.N it22247018" userId="S::it22247018@my.sliit.lk::ad638593-24e3-48fe-8a68-665fdcc3a8ae" providerId="AD" clId="Web-{55979B68-996C-C9D2-8316-9C8ED1FA600A}" dt="2026-01-05T16:52:38.831" v="708" actId="20577"/>
          <ac:spMkLst>
            <pc:docMk/>
            <pc:sldMk cId="413387166" sldId="295"/>
            <ac:spMk id="37" creationId="{21732079-570C-6367-5B85-80B3E541B89F}"/>
          </ac:spMkLst>
        </pc:spChg>
        <pc:grpChg chg="add mod">
          <ac:chgData name="BANDARANAYAKE .B.G.W.T.N it22247018" userId="S::it22247018@my.sliit.lk::ad638593-24e3-48fe-8a68-665fdcc3a8ae" providerId="AD" clId="Web-{55979B68-996C-C9D2-8316-9C8ED1FA600A}" dt="2026-01-05T16:45:28.170" v="703" actId="1076"/>
          <ac:grpSpMkLst>
            <pc:docMk/>
            <pc:sldMk cId="413387166" sldId="295"/>
            <ac:grpSpMk id="38" creationId="{5794F3FB-35E0-9C72-EDAD-57E3C4D0073D}"/>
          </ac:grpSpMkLst>
        </pc:grpChg>
        <pc:picChg chg="del mod">
          <ac:chgData name="BANDARANAYAKE .B.G.W.T.N it22247018" userId="S::it22247018@my.sliit.lk::ad638593-24e3-48fe-8a68-665fdcc3a8ae" providerId="AD" clId="Web-{55979B68-996C-C9D2-8316-9C8ED1FA600A}" dt="2026-01-05T15:47:56.103" v="325"/>
          <ac:picMkLst>
            <pc:docMk/>
            <pc:sldMk cId="413387166" sldId="295"/>
            <ac:picMk id="3" creationId="{0009222A-9D07-5751-8760-9640D9A2DA96}"/>
          </ac:picMkLst>
        </pc:picChg>
        <pc:picChg chg="add del mod">
          <ac:chgData name="BANDARANAYAKE .B.G.W.T.N it22247018" userId="S::it22247018@my.sliit.lk::ad638593-24e3-48fe-8a68-665fdcc3a8ae" providerId="AD" clId="Web-{55979B68-996C-C9D2-8316-9C8ED1FA600A}" dt="2026-01-05T18:23:02.893" v="1133" actId="1076"/>
          <ac:picMkLst>
            <pc:docMk/>
            <pc:sldMk cId="413387166" sldId="295"/>
            <ac:picMk id="31" creationId="{2CDD663A-BC34-A484-9438-ACE4FA53FED0}"/>
          </ac:picMkLst>
        </pc:picChg>
      </pc:sldChg>
      <pc:sldChg chg="addSp delSp modSp add replId">
        <pc:chgData name="BANDARANAYAKE .B.G.W.T.N it22247018" userId="S::it22247018@my.sliit.lk::ad638593-24e3-48fe-8a68-665fdcc3a8ae" providerId="AD" clId="Web-{55979B68-996C-C9D2-8316-9C8ED1FA600A}" dt="2026-01-05T18:23:54.987" v="1142" actId="1076"/>
        <pc:sldMkLst>
          <pc:docMk/>
          <pc:sldMk cId="275566937" sldId="296"/>
        </pc:sldMkLst>
        <pc:spChg chg="mod">
          <ac:chgData name="BANDARANAYAKE .B.G.W.T.N it22247018" userId="S::it22247018@my.sliit.lk::ad638593-24e3-48fe-8a68-665fdcc3a8ae" providerId="AD" clId="Web-{55979B68-996C-C9D2-8316-9C8ED1FA600A}" dt="2026-01-05T16:34:37.497" v="480" actId="1076"/>
          <ac:spMkLst>
            <pc:docMk/>
            <pc:sldMk cId="275566937" sldId="296"/>
            <ac:spMk id="3" creationId="{7B4988A0-FFB9-6B0C-AD6E-B2869F083EC9}"/>
          </ac:spMkLst>
        </pc:spChg>
        <pc:spChg chg="mod">
          <ac:chgData name="BANDARANAYAKE .B.G.W.T.N it22247018" userId="S::it22247018@my.sliit.lk::ad638593-24e3-48fe-8a68-665fdcc3a8ae" providerId="AD" clId="Web-{55979B68-996C-C9D2-8316-9C8ED1FA600A}" dt="2026-01-05T14:18:01.508" v="13" actId="1076"/>
          <ac:spMkLst>
            <pc:docMk/>
            <pc:sldMk cId="275566937" sldId="296"/>
            <ac:spMk id="6" creationId="{4919B53A-C1F4-142F-4449-DBDE1D04ACC8}"/>
          </ac:spMkLst>
        </pc:spChg>
        <pc:spChg chg="mod">
          <ac:chgData name="BANDARANAYAKE .B.G.W.T.N it22247018" userId="S::it22247018@my.sliit.lk::ad638593-24e3-48fe-8a68-665fdcc3a8ae" providerId="AD" clId="Web-{55979B68-996C-C9D2-8316-9C8ED1FA600A}" dt="2026-01-05T14:18:52.403" v="30" actId="1076"/>
          <ac:spMkLst>
            <pc:docMk/>
            <pc:sldMk cId="275566937" sldId="296"/>
            <ac:spMk id="8" creationId="{772A7645-D9AA-B580-6D3B-A656C25644B8}"/>
          </ac:spMkLst>
        </pc:spChg>
        <pc:spChg chg="mod">
          <ac:chgData name="BANDARANAYAKE .B.G.W.T.N it22247018" userId="S::it22247018@my.sliit.lk::ad638593-24e3-48fe-8a68-665fdcc3a8ae" providerId="AD" clId="Web-{55979B68-996C-C9D2-8316-9C8ED1FA600A}" dt="2026-01-05T14:18:04.554" v="14" actId="1076"/>
          <ac:spMkLst>
            <pc:docMk/>
            <pc:sldMk cId="275566937" sldId="296"/>
            <ac:spMk id="9" creationId="{F5B9E27B-3F70-6887-6F37-F1661ADC8A95}"/>
          </ac:spMkLst>
        </pc:spChg>
        <pc:spChg chg="del">
          <ac:chgData name="BANDARANAYAKE .B.G.W.T.N it22247018" userId="S::it22247018@my.sliit.lk::ad638593-24e3-48fe-8a68-665fdcc3a8ae" providerId="AD" clId="Web-{55979B68-996C-C9D2-8316-9C8ED1FA600A}" dt="2026-01-05T16:31:45.699" v="448"/>
          <ac:spMkLst>
            <pc:docMk/>
            <pc:sldMk cId="275566937" sldId="296"/>
            <ac:spMk id="19" creationId="{E80C834D-7C06-D082-C73E-BBB6F90F716E}"/>
          </ac:spMkLst>
        </pc:spChg>
        <pc:spChg chg="add del">
          <ac:chgData name="BANDARANAYAKE .B.G.W.T.N it22247018" userId="S::it22247018@my.sliit.lk::ad638593-24e3-48fe-8a68-665fdcc3a8ae" providerId="AD" clId="Web-{55979B68-996C-C9D2-8316-9C8ED1FA600A}" dt="2026-01-05T16:39:04.098" v="560"/>
          <ac:spMkLst>
            <pc:docMk/>
            <pc:sldMk cId="275566937" sldId="296"/>
            <ac:spMk id="20" creationId="{B1083CDE-8C34-36DD-8519-EC145C78BA1E}"/>
          </ac:spMkLst>
        </pc:spChg>
        <pc:spChg chg="del mod">
          <ac:chgData name="BANDARANAYAKE .B.G.W.T.N it22247018" userId="S::it22247018@my.sliit.lk::ad638593-24e3-48fe-8a68-665fdcc3a8ae" providerId="AD" clId="Web-{55979B68-996C-C9D2-8316-9C8ED1FA600A}" dt="2026-01-05T16:33:44.700" v="463"/>
          <ac:spMkLst>
            <pc:docMk/>
            <pc:sldMk cId="275566937" sldId="296"/>
            <ac:spMk id="21" creationId="{E0DFDA58-5CB7-0A3C-6F9B-E8B08F9D0CFD}"/>
          </ac:spMkLst>
        </pc:spChg>
        <pc:spChg chg="add del mod">
          <ac:chgData name="BANDARANAYAKE .B.G.W.T.N it22247018" userId="S::it22247018@my.sliit.lk::ad638593-24e3-48fe-8a68-665fdcc3a8ae" providerId="AD" clId="Web-{55979B68-996C-C9D2-8316-9C8ED1FA600A}" dt="2026-01-05T16:34:11.778" v="471"/>
          <ac:spMkLst>
            <pc:docMk/>
            <pc:sldMk cId="275566937" sldId="296"/>
            <ac:spMk id="25" creationId="{CCD5A512-B89B-D91C-5585-920D53A94A45}"/>
          </ac:spMkLst>
        </pc:spChg>
        <pc:spChg chg="add del mod">
          <ac:chgData name="BANDARANAYAKE .B.G.W.T.N it22247018" userId="S::it22247018@my.sliit.lk::ad638593-24e3-48fe-8a68-665fdcc3a8ae" providerId="AD" clId="Web-{55979B68-996C-C9D2-8316-9C8ED1FA600A}" dt="2026-01-05T18:23:43.878" v="1139"/>
          <ac:spMkLst>
            <pc:docMk/>
            <pc:sldMk cId="275566937" sldId="296"/>
            <ac:spMk id="27" creationId="{7DC20B0C-671A-8E30-D256-BA7C538BB473}"/>
          </ac:spMkLst>
        </pc:spChg>
        <pc:spChg chg="add del mod">
          <ac:chgData name="BANDARANAYAKE .B.G.W.T.N it22247018" userId="S::it22247018@my.sliit.lk::ad638593-24e3-48fe-8a68-665fdcc3a8ae" providerId="AD" clId="Web-{55979B68-996C-C9D2-8316-9C8ED1FA600A}" dt="2026-01-05T16:39:18.395" v="584"/>
          <ac:spMkLst>
            <pc:docMk/>
            <pc:sldMk cId="275566937" sldId="296"/>
            <ac:spMk id="28" creationId="{020867F7-173C-1744-5800-94B470C0A90F}"/>
          </ac:spMkLst>
        </pc:spChg>
        <pc:grpChg chg="add del">
          <ac:chgData name="BANDARANAYAKE .B.G.W.T.N it22247018" userId="S::it22247018@my.sliit.lk::ad638593-24e3-48fe-8a68-665fdcc3a8ae" providerId="AD" clId="Web-{55979B68-996C-C9D2-8316-9C8ED1FA600A}" dt="2026-01-05T18:23:35.440" v="1137"/>
          <ac:grpSpMkLst>
            <pc:docMk/>
            <pc:sldMk cId="275566937" sldId="296"/>
            <ac:grpSpMk id="26" creationId="{3645FF83-3B39-B81F-D061-26D30F7D9050}"/>
          </ac:grpSpMkLst>
        </pc:grpChg>
        <pc:grpChg chg="add mod">
          <ac:chgData name="BANDARANAYAKE .B.G.W.T.N it22247018" userId="S::it22247018@my.sliit.lk::ad638593-24e3-48fe-8a68-665fdcc3a8ae" providerId="AD" clId="Web-{55979B68-996C-C9D2-8316-9C8ED1FA600A}" dt="2026-01-05T18:23:54.987" v="1142" actId="1076"/>
          <ac:grpSpMkLst>
            <pc:docMk/>
            <pc:sldMk cId="275566937" sldId="296"/>
            <ac:grpSpMk id="34" creationId="{754D1CF3-20D1-4F3F-E5E9-BC953D831E46}"/>
          </ac:grpSpMkLst>
        </pc:grpChg>
        <pc:picChg chg="add del mod">
          <ac:chgData name="BANDARANAYAKE .B.G.W.T.N it22247018" userId="S::it22247018@my.sliit.lk::ad638593-24e3-48fe-8a68-665fdcc3a8ae" providerId="AD" clId="Web-{55979B68-996C-C9D2-8316-9C8ED1FA600A}" dt="2026-01-05T16:31:35.090" v="445"/>
          <ac:picMkLst>
            <pc:docMk/>
            <pc:sldMk cId="275566937" sldId="296"/>
            <ac:picMk id="22" creationId="{D76CDC95-8281-9A4F-A100-316A48B6C948}"/>
          </ac:picMkLst>
        </pc:picChg>
        <pc:picChg chg="add del mod">
          <ac:chgData name="BANDARANAYAKE .B.G.W.T.N it22247018" userId="S::it22247018@my.sliit.lk::ad638593-24e3-48fe-8a68-665fdcc3a8ae" providerId="AD" clId="Web-{55979B68-996C-C9D2-8316-9C8ED1FA600A}" dt="2026-01-05T16:32:07.012" v="453"/>
          <ac:picMkLst>
            <pc:docMk/>
            <pc:sldMk cId="275566937" sldId="296"/>
            <ac:picMk id="23" creationId="{9EAD9916-DC9B-257E-9849-C28E206C4FB8}"/>
          </ac:picMkLst>
        </pc:picChg>
        <pc:picChg chg="add del mod">
          <ac:chgData name="BANDARANAYAKE .B.G.W.T.N it22247018" userId="S::it22247018@my.sliit.lk::ad638593-24e3-48fe-8a68-665fdcc3a8ae" providerId="AD" clId="Web-{55979B68-996C-C9D2-8316-9C8ED1FA600A}" dt="2026-01-05T16:36:02.200" v="486"/>
          <ac:picMkLst>
            <pc:docMk/>
            <pc:sldMk cId="275566937" sldId="296"/>
            <ac:picMk id="24" creationId="{8D9E1561-98E4-AFF9-40D1-B9A2811CB7BC}"/>
          </ac:picMkLst>
        </pc:picChg>
        <pc:picChg chg="add del mod ord modCrop">
          <ac:chgData name="BANDARANAYAKE .B.G.W.T.N it22247018" userId="S::it22247018@my.sliit.lk::ad638593-24e3-48fe-8a68-665fdcc3a8ae" providerId="AD" clId="Web-{55979B68-996C-C9D2-8316-9C8ED1FA600A}" dt="2026-01-05T16:36:04.216" v="487"/>
          <ac:picMkLst>
            <pc:docMk/>
            <pc:sldMk cId="275566937" sldId="296"/>
            <ac:picMk id="26" creationId="{BD91D9E7-95E9-FD3E-4D05-73B1299C60EF}"/>
          </ac:picMkLst>
        </pc:picChg>
      </pc:sldChg>
      <pc:sldChg chg="modSp add del ord replId">
        <pc:chgData name="BANDARANAYAKE .B.G.W.T.N it22247018" userId="S::it22247018@my.sliit.lk::ad638593-24e3-48fe-8a68-665fdcc3a8ae" providerId="AD" clId="Web-{55979B68-996C-C9D2-8316-9C8ED1FA600A}" dt="2026-01-05T16:04:20.682" v="362"/>
        <pc:sldMkLst>
          <pc:docMk/>
          <pc:sldMk cId="611152234" sldId="297"/>
        </pc:sldMkLst>
        <pc:spChg chg="mod">
          <ac:chgData name="BANDARANAYAKE .B.G.W.T.N it22247018" userId="S::it22247018@my.sliit.lk::ad638593-24e3-48fe-8a68-665fdcc3a8ae" providerId="AD" clId="Web-{55979B68-996C-C9D2-8316-9C8ED1FA600A}" dt="2026-01-05T16:01:56.798" v="357" actId="20577"/>
          <ac:spMkLst>
            <pc:docMk/>
            <pc:sldMk cId="611152234" sldId="297"/>
            <ac:spMk id="2" creationId="{7DACD854-7FF4-B003-2A95-6D452C0DC19D}"/>
          </ac:spMkLst>
        </pc:spChg>
        <pc:spChg chg="mod">
          <ac:chgData name="BANDARANAYAKE .B.G.W.T.N it22247018" userId="S::it22247018@my.sliit.lk::ad638593-24e3-48fe-8a68-665fdcc3a8ae" providerId="AD" clId="Web-{55979B68-996C-C9D2-8316-9C8ED1FA600A}" dt="2026-01-05T16:02:00.767" v="358" actId="20577"/>
          <ac:spMkLst>
            <pc:docMk/>
            <pc:sldMk cId="611152234" sldId="297"/>
            <ac:spMk id="3" creationId="{6B51A0A4-38E3-E6C6-B269-E9104E07A724}"/>
          </ac:spMkLst>
        </pc:spChg>
      </pc:sldChg>
      <pc:sldChg chg="addSp delSp modSp add ord replId">
        <pc:chgData name="BANDARANAYAKE .B.G.W.T.N it22247018" userId="S::it22247018@my.sliit.lk::ad638593-24e3-48fe-8a68-665fdcc3a8ae" providerId="AD" clId="Web-{55979B68-996C-C9D2-8316-9C8ED1FA600A}" dt="2026-01-05T16:46:34.063" v="707" actId="1076"/>
        <pc:sldMkLst>
          <pc:docMk/>
          <pc:sldMk cId="1620408964" sldId="298"/>
        </pc:sldMkLst>
        <pc:spChg chg="mod">
          <ac:chgData name="BANDARANAYAKE .B.G.W.T.N it22247018" userId="S::it22247018@my.sliit.lk::ad638593-24e3-48fe-8a68-665fdcc3a8ae" providerId="AD" clId="Web-{55979B68-996C-C9D2-8316-9C8ED1FA600A}" dt="2026-01-05T16:09:28.489" v="438" actId="1076"/>
          <ac:spMkLst>
            <pc:docMk/>
            <pc:sldMk cId="1620408964" sldId="298"/>
            <ac:spMk id="4" creationId="{04539350-F48F-3454-0870-54708D5536CC}"/>
          </ac:spMkLst>
        </pc:spChg>
        <pc:spChg chg="mod">
          <ac:chgData name="BANDARANAYAKE .B.G.W.T.N it22247018" userId="S::it22247018@my.sliit.lk::ad638593-24e3-48fe-8a68-665fdcc3a8ae" providerId="AD" clId="Web-{55979B68-996C-C9D2-8316-9C8ED1FA600A}" dt="2026-01-05T16:09:31.880" v="439" actId="1076"/>
          <ac:spMkLst>
            <pc:docMk/>
            <pc:sldMk cId="1620408964" sldId="298"/>
            <ac:spMk id="5" creationId="{8B3CE1EC-8740-DA92-B441-E0F5BA51AC8E}"/>
          </ac:spMkLst>
        </pc:spChg>
        <pc:spChg chg="mod">
          <ac:chgData name="BANDARANAYAKE .B.G.W.T.N it22247018" userId="S::it22247018@my.sliit.lk::ad638593-24e3-48fe-8a68-665fdcc3a8ae" providerId="AD" clId="Web-{55979B68-996C-C9D2-8316-9C8ED1FA600A}" dt="2026-01-05T16:09:35.301" v="440" actId="1076"/>
          <ac:spMkLst>
            <pc:docMk/>
            <pc:sldMk cId="1620408964" sldId="298"/>
            <ac:spMk id="6" creationId="{2A929F95-5FD4-373A-024E-34DA22B89534}"/>
          </ac:spMkLst>
        </pc:spChg>
        <pc:spChg chg="del mod">
          <ac:chgData name="BANDARANAYAKE .B.G.W.T.N it22247018" userId="S::it22247018@my.sliit.lk::ad638593-24e3-48fe-8a68-665fdcc3a8ae" providerId="AD" clId="Web-{55979B68-996C-C9D2-8316-9C8ED1FA600A}" dt="2026-01-05T16:05:41.326" v="380"/>
          <ac:spMkLst>
            <pc:docMk/>
            <pc:sldMk cId="1620408964" sldId="298"/>
            <ac:spMk id="7" creationId="{9F8981D1-77A2-992E-3623-652C5C0D72FE}"/>
          </ac:spMkLst>
        </pc:spChg>
        <pc:spChg chg="del">
          <ac:chgData name="BANDARANAYAKE .B.G.W.T.N it22247018" userId="S::it22247018@my.sliit.lk::ad638593-24e3-48fe-8a68-665fdcc3a8ae" providerId="AD" clId="Web-{55979B68-996C-C9D2-8316-9C8ED1FA600A}" dt="2026-01-05T16:05:46.982" v="386"/>
          <ac:spMkLst>
            <pc:docMk/>
            <pc:sldMk cId="1620408964" sldId="298"/>
            <ac:spMk id="8" creationId="{2D184505-300B-A840-E376-1809CB301245}"/>
          </ac:spMkLst>
        </pc:spChg>
        <pc:spChg chg="del mod">
          <ac:chgData name="BANDARANAYAKE .B.G.W.T.N it22247018" userId="S::it22247018@my.sliit.lk::ad638593-24e3-48fe-8a68-665fdcc3a8ae" providerId="AD" clId="Web-{55979B68-996C-C9D2-8316-9C8ED1FA600A}" dt="2026-01-05T16:05:32.560" v="377"/>
          <ac:spMkLst>
            <pc:docMk/>
            <pc:sldMk cId="1620408964" sldId="298"/>
            <ac:spMk id="9" creationId="{16B3C789-441B-D1D6-C895-2C96EF996F7E}"/>
          </ac:spMkLst>
        </pc:spChg>
        <pc:spChg chg="del mod">
          <ac:chgData name="BANDARANAYAKE .B.G.W.T.N it22247018" userId="S::it22247018@my.sliit.lk::ad638593-24e3-48fe-8a68-665fdcc3a8ae" providerId="AD" clId="Web-{55979B68-996C-C9D2-8316-9C8ED1FA600A}" dt="2026-01-05T16:05:43.638" v="383"/>
          <ac:spMkLst>
            <pc:docMk/>
            <pc:sldMk cId="1620408964" sldId="298"/>
            <ac:spMk id="10" creationId="{0C01A2E3-BEB3-883F-44F7-6B0CA7CEE2EC}"/>
          </ac:spMkLst>
        </pc:spChg>
        <pc:spChg chg="mod">
          <ac:chgData name="BANDARANAYAKE .B.G.W.T.N it22247018" userId="S::it22247018@my.sliit.lk::ad638593-24e3-48fe-8a68-665fdcc3a8ae" providerId="AD" clId="Web-{55979B68-996C-C9D2-8316-9C8ED1FA600A}" dt="2026-01-05T16:06:28.406" v="402" actId="20577"/>
          <ac:spMkLst>
            <pc:docMk/>
            <pc:sldMk cId="1620408964" sldId="298"/>
            <ac:spMk id="11" creationId="{FDCACE37-2E4B-FF6A-E3AC-3C8FEEE0B770}"/>
          </ac:spMkLst>
        </pc:spChg>
        <pc:spChg chg="del mod">
          <ac:chgData name="BANDARANAYAKE .B.G.W.T.N it22247018" userId="S::it22247018@my.sliit.lk::ad638593-24e3-48fe-8a68-665fdcc3a8ae" providerId="AD" clId="Web-{55979B68-996C-C9D2-8316-9C8ED1FA600A}" dt="2026-01-05T16:05:45.420" v="385"/>
          <ac:spMkLst>
            <pc:docMk/>
            <pc:sldMk cId="1620408964" sldId="298"/>
            <ac:spMk id="12" creationId="{4A6DFDB0-02E0-1365-8B36-1BBDBFA49DF8}"/>
          </ac:spMkLst>
        </pc:spChg>
        <pc:spChg chg="del">
          <ac:chgData name="BANDARANAYAKE .B.G.W.T.N it22247018" userId="S::it22247018@my.sliit.lk::ad638593-24e3-48fe-8a68-665fdcc3a8ae" providerId="AD" clId="Web-{55979B68-996C-C9D2-8316-9C8ED1FA600A}" dt="2026-01-05T16:45:00.340" v="697"/>
          <ac:spMkLst>
            <pc:docMk/>
            <pc:sldMk cId="1620408964" sldId="298"/>
            <ac:spMk id="14" creationId="{372C0FD9-B340-C011-46CC-CF48AADC6BB5}"/>
          </ac:spMkLst>
        </pc:spChg>
        <pc:spChg chg="add mod">
          <ac:chgData name="BANDARANAYAKE .B.G.W.T.N it22247018" userId="S::it22247018@my.sliit.lk::ad638593-24e3-48fe-8a68-665fdcc3a8ae" providerId="AD" clId="Web-{55979B68-996C-C9D2-8316-9C8ED1FA600A}" dt="2026-01-05T16:06:38.344" v="408" actId="1076"/>
          <ac:spMkLst>
            <pc:docMk/>
            <pc:sldMk cId="1620408964" sldId="298"/>
            <ac:spMk id="18" creationId="{2A61EB84-0BC4-32CA-0536-5A487D1FD339}"/>
          </ac:spMkLst>
        </pc:spChg>
        <pc:spChg chg="add del">
          <ac:chgData name="BANDARANAYAKE .B.G.W.T.N it22247018" userId="S::it22247018@my.sliit.lk::ad638593-24e3-48fe-8a68-665fdcc3a8ae" providerId="AD" clId="Web-{55979B68-996C-C9D2-8316-9C8ED1FA600A}" dt="2026-01-05T16:06:37.484" v="407"/>
          <ac:spMkLst>
            <pc:docMk/>
            <pc:sldMk cId="1620408964" sldId="298"/>
            <ac:spMk id="19" creationId="{F872E063-D00D-39FD-414C-15AB4C7CDF8B}"/>
          </ac:spMkLst>
        </pc:spChg>
        <pc:spChg chg="add del">
          <ac:chgData name="BANDARANAYAKE .B.G.W.T.N it22247018" userId="S::it22247018@my.sliit.lk::ad638593-24e3-48fe-8a68-665fdcc3a8ae" providerId="AD" clId="Web-{55979B68-996C-C9D2-8316-9C8ED1FA600A}" dt="2026-01-05T16:06:37.468" v="406"/>
          <ac:spMkLst>
            <pc:docMk/>
            <pc:sldMk cId="1620408964" sldId="298"/>
            <ac:spMk id="20" creationId="{2C7A7E94-BA51-CAD9-6E46-5CAC07C99E4D}"/>
          </ac:spMkLst>
        </pc:spChg>
        <pc:spChg chg="add mod">
          <ac:chgData name="BANDARANAYAKE .B.G.W.T.N it22247018" userId="S::it22247018@my.sliit.lk::ad638593-24e3-48fe-8a68-665fdcc3a8ae" providerId="AD" clId="Web-{55979B68-996C-C9D2-8316-9C8ED1FA600A}" dt="2026-01-05T16:07:30.751" v="425" actId="20577"/>
          <ac:spMkLst>
            <pc:docMk/>
            <pc:sldMk cId="1620408964" sldId="298"/>
            <ac:spMk id="21" creationId="{B03C6B32-D5F0-8FF6-1C07-138B6274BF3B}"/>
          </ac:spMkLst>
        </pc:spChg>
        <pc:spChg chg="add mod">
          <ac:chgData name="BANDARANAYAKE .B.G.W.T.N it22247018" userId="S::it22247018@my.sliit.lk::ad638593-24e3-48fe-8a68-665fdcc3a8ae" providerId="AD" clId="Web-{55979B68-996C-C9D2-8316-9C8ED1FA600A}" dt="2026-01-05T16:08:52.785" v="434" actId="1076"/>
          <ac:spMkLst>
            <pc:docMk/>
            <pc:sldMk cId="1620408964" sldId="298"/>
            <ac:spMk id="22" creationId="{E06BDECA-3ABB-5626-0829-ACFD55D54EF9}"/>
          </ac:spMkLst>
        </pc:spChg>
        <pc:spChg chg="add mod">
          <ac:chgData name="BANDARANAYAKE .B.G.W.T.N it22247018" userId="S::it22247018@my.sliit.lk::ad638593-24e3-48fe-8a68-665fdcc3a8ae" providerId="AD" clId="Web-{55979B68-996C-C9D2-8316-9C8ED1FA600A}" dt="2026-01-05T16:08:57.597" v="435" actId="1076"/>
          <ac:spMkLst>
            <pc:docMk/>
            <pc:sldMk cId="1620408964" sldId="298"/>
            <ac:spMk id="23" creationId="{C099F805-D0F5-197B-7F5E-4A8021226665}"/>
          </ac:spMkLst>
        </pc:spChg>
        <pc:spChg chg="add mod">
          <ac:chgData name="BANDARANAYAKE .B.G.W.T.N it22247018" userId="S::it22247018@my.sliit.lk::ad638593-24e3-48fe-8a68-665fdcc3a8ae" providerId="AD" clId="Web-{55979B68-996C-C9D2-8316-9C8ED1FA600A}" dt="2026-01-05T16:08:49.691" v="433" actId="1076"/>
          <ac:spMkLst>
            <pc:docMk/>
            <pc:sldMk cId="1620408964" sldId="298"/>
            <ac:spMk id="24" creationId="{93402858-D1D8-509B-6344-6E30BC6E5B3E}"/>
          </ac:spMkLst>
        </pc:spChg>
        <pc:spChg chg="mod">
          <ac:chgData name="BANDARANAYAKE .B.G.W.T.N it22247018" userId="S::it22247018@my.sliit.lk::ad638593-24e3-48fe-8a68-665fdcc3a8ae" providerId="AD" clId="Web-{55979B68-996C-C9D2-8316-9C8ED1FA600A}" dt="2026-01-05T16:45:04.184" v="698" actId="20577"/>
          <ac:spMkLst>
            <pc:docMk/>
            <pc:sldMk cId="1620408964" sldId="298"/>
            <ac:spMk id="28" creationId="{8A1415A3-07B2-778F-0DED-617C2217F1AD}"/>
          </ac:spMkLst>
        </pc:spChg>
        <pc:spChg chg="mod">
          <ac:chgData name="BANDARANAYAKE .B.G.W.T.N it22247018" userId="S::it22247018@my.sliit.lk::ad638593-24e3-48fe-8a68-665fdcc3a8ae" providerId="AD" clId="Web-{55979B68-996C-C9D2-8316-9C8ED1FA600A}" dt="2026-01-05T16:46:21.531" v="704" actId="20577"/>
          <ac:spMkLst>
            <pc:docMk/>
            <pc:sldMk cId="1620408964" sldId="298"/>
            <ac:spMk id="30" creationId="{301DE77B-92AC-1571-2533-4433FA89EBA8}"/>
          </ac:spMkLst>
        </pc:spChg>
        <pc:grpChg chg="add mod">
          <ac:chgData name="BANDARANAYAKE .B.G.W.T.N it22247018" userId="S::it22247018@my.sliit.lk::ad638593-24e3-48fe-8a68-665fdcc3a8ae" providerId="AD" clId="Web-{55979B68-996C-C9D2-8316-9C8ED1FA600A}" dt="2026-01-05T16:46:28.656" v="705" actId="1076"/>
          <ac:grpSpMkLst>
            <pc:docMk/>
            <pc:sldMk cId="1620408964" sldId="298"/>
            <ac:grpSpMk id="31" creationId="{2539D1B5-6E76-C2E5-3445-FC1BF3C289C8}"/>
          </ac:grpSpMkLst>
        </pc:grpChg>
        <pc:picChg chg="mod">
          <ac:chgData name="BANDARANAYAKE .B.G.W.T.N it22247018" userId="S::it22247018@my.sliit.lk::ad638593-24e3-48fe-8a68-665fdcc3a8ae" providerId="AD" clId="Web-{55979B68-996C-C9D2-8316-9C8ED1FA600A}" dt="2026-01-05T16:46:34.063" v="707" actId="1076"/>
          <ac:picMkLst>
            <pc:docMk/>
            <pc:sldMk cId="1620408964" sldId="298"/>
            <ac:picMk id="29" creationId="{E04F1937-C9AF-89AD-339F-8E6AAF73666D}"/>
          </ac:picMkLst>
        </pc:picChg>
      </pc:sldChg>
      <pc:sldChg chg="add del replId">
        <pc:chgData name="BANDARANAYAKE .B.G.W.T.N it22247018" userId="S::it22247018@my.sliit.lk::ad638593-24e3-48fe-8a68-665fdcc3a8ae" providerId="AD" clId="Web-{55979B68-996C-C9D2-8316-9C8ED1FA600A}" dt="2026-01-05T16:04:33.307" v="365"/>
        <pc:sldMkLst>
          <pc:docMk/>
          <pc:sldMk cId="1618228312" sldId="299"/>
        </pc:sldMkLst>
      </pc:sldChg>
      <pc:sldChg chg="addSp delSp modSp add replId">
        <pc:chgData name="BANDARANAYAKE .B.G.W.T.N it22247018" userId="S::it22247018@my.sliit.lk::ad638593-24e3-48fe-8a68-665fdcc3a8ae" providerId="AD" clId="Web-{55979B68-996C-C9D2-8316-9C8ED1FA600A}" dt="2026-01-05T18:27:08.128" v="1167" actId="20577"/>
        <pc:sldMkLst>
          <pc:docMk/>
          <pc:sldMk cId="1862721585" sldId="304"/>
        </pc:sldMkLst>
        <pc:spChg chg="mod">
          <ac:chgData name="BANDARANAYAKE .B.G.W.T.N it22247018" userId="S::it22247018@my.sliit.lk::ad638593-24e3-48fe-8a68-665fdcc3a8ae" providerId="AD" clId="Web-{55979B68-996C-C9D2-8316-9C8ED1FA600A}" dt="2026-01-05T17:59:11.331" v="917" actId="20577"/>
          <ac:spMkLst>
            <pc:docMk/>
            <pc:sldMk cId="1862721585" sldId="304"/>
            <ac:spMk id="2" creationId="{24281014-6334-E3BB-7874-D0633FDCC1B5}"/>
          </ac:spMkLst>
        </pc:spChg>
        <pc:spChg chg="mod">
          <ac:chgData name="BANDARANAYAKE .B.G.W.T.N it22247018" userId="S::it22247018@my.sliit.lk::ad638593-24e3-48fe-8a68-665fdcc3a8ae" providerId="AD" clId="Web-{55979B68-996C-C9D2-8316-9C8ED1FA600A}" dt="2026-01-05T18:27:08.128" v="1167" actId="20577"/>
          <ac:spMkLst>
            <pc:docMk/>
            <pc:sldMk cId="1862721585" sldId="304"/>
            <ac:spMk id="5" creationId="{E6793A57-5225-2AC6-72E8-76A8D1FB2528}"/>
          </ac:spMkLst>
        </pc:spChg>
        <pc:spChg chg="mod">
          <ac:chgData name="BANDARANAYAKE .B.G.W.T.N it22247018" userId="S::it22247018@my.sliit.lk::ad638593-24e3-48fe-8a68-665fdcc3a8ae" providerId="AD" clId="Web-{55979B68-996C-C9D2-8316-9C8ED1FA600A}" dt="2026-01-05T18:00:27.538" v="918" actId="20577"/>
          <ac:spMkLst>
            <pc:docMk/>
            <pc:sldMk cId="1862721585" sldId="304"/>
            <ac:spMk id="6" creationId="{83EA6BFB-04A0-21FA-76F4-E38C068BB20A}"/>
          </ac:spMkLst>
        </pc:spChg>
        <pc:grpChg chg="add">
          <ac:chgData name="BANDARANAYAKE .B.G.W.T.N it22247018" userId="S::it22247018@my.sliit.lk::ad638593-24e3-48fe-8a68-665fdcc3a8ae" providerId="AD" clId="Web-{55979B68-996C-C9D2-8316-9C8ED1FA600A}" dt="2026-01-05T18:06:01.352" v="999"/>
          <ac:grpSpMkLst>
            <pc:docMk/>
            <pc:sldMk cId="1862721585" sldId="304"/>
            <ac:grpSpMk id="17" creationId="{E29DCDBF-116C-924D-5121-103476163DCF}"/>
          </ac:grpSpMkLst>
        </pc:grpChg>
        <pc:picChg chg="add del mod">
          <ac:chgData name="BANDARANAYAKE .B.G.W.T.N it22247018" userId="S::it22247018@my.sliit.lk::ad638593-24e3-48fe-8a68-665fdcc3a8ae" providerId="AD" clId="Web-{55979B68-996C-C9D2-8316-9C8ED1FA600A}" dt="2026-01-05T18:05:31.931" v="991"/>
          <ac:picMkLst>
            <pc:docMk/>
            <pc:sldMk cId="1862721585" sldId="304"/>
            <ac:picMk id="4" creationId="{045A23C7-7C58-1F66-2C5F-D63F456203C4}"/>
          </ac:picMkLst>
        </pc:picChg>
        <pc:picChg chg="add del mod">
          <ac:chgData name="BANDARANAYAKE .B.G.W.T.N it22247018" userId="S::it22247018@my.sliit.lk::ad638593-24e3-48fe-8a68-665fdcc3a8ae" providerId="AD" clId="Web-{55979B68-996C-C9D2-8316-9C8ED1FA600A}" dt="2026-01-05T18:05:40.556" v="997"/>
          <ac:picMkLst>
            <pc:docMk/>
            <pc:sldMk cId="1862721585" sldId="304"/>
            <ac:picMk id="8" creationId="{E2BADC33-2734-D744-DE6D-8A8122DE67D3}"/>
          </ac:picMkLst>
        </pc:picChg>
        <pc:picChg chg="add del mod">
          <ac:chgData name="BANDARANAYAKE .B.G.W.T.N it22247018" userId="S::it22247018@my.sliit.lk::ad638593-24e3-48fe-8a68-665fdcc3a8ae" providerId="AD" clId="Web-{55979B68-996C-C9D2-8316-9C8ED1FA600A}" dt="2026-01-05T18:25:09.862" v="1144"/>
          <ac:picMkLst>
            <pc:docMk/>
            <pc:sldMk cId="1862721585" sldId="304"/>
            <ac:picMk id="18" creationId="{D0715106-1F4F-5642-0B98-1E17111A8BE1}"/>
          </ac:picMkLst>
        </pc:picChg>
        <pc:picChg chg="add del mod modCrop">
          <ac:chgData name="BANDARANAYAKE .B.G.W.T.N it22247018" userId="S::it22247018@my.sliit.lk::ad638593-24e3-48fe-8a68-665fdcc3a8ae" providerId="AD" clId="Web-{55979B68-996C-C9D2-8316-9C8ED1FA600A}" dt="2026-01-05T18:26:20.612" v="1154"/>
          <ac:picMkLst>
            <pc:docMk/>
            <pc:sldMk cId="1862721585" sldId="304"/>
            <ac:picMk id="19" creationId="{69F36AAC-C0F6-05C3-3658-92CB915D6A35}"/>
          </ac:picMkLst>
        </pc:picChg>
      </pc:sldChg>
      <pc:sldChg chg="delSp modSp add replId">
        <pc:chgData name="BANDARANAYAKE .B.G.W.T.N it22247018" userId="S::it22247018@my.sliit.lk::ad638593-24e3-48fe-8a68-665fdcc3a8ae" providerId="AD" clId="Web-{55979B68-996C-C9D2-8316-9C8ED1FA600A}" dt="2026-01-05T18:13:05.144" v="1061" actId="1076"/>
        <pc:sldMkLst>
          <pc:docMk/>
          <pc:sldMk cId="3080667438" sldId="305"/>
        </pc:sldMkLst>
        <pc:spChg chg="del">
          <ac:chgData name="BANDARANAYAKE .B.G.W.T.N it22247018" userId="S::it22247018@my.sliit.lk::ad638593-24e3-48fe-8a68-665fdcc3a8ae" providerId="AD" clId="Web-{55979B68-996C-C9D2-8316-9C8ED1FA600A}" dt="2026-01-05T18:12:33.457" v="1045"/>
          <ac:spMkLst>
            <pc:docMk/>
            <pc:sldMk cId="3080667438" sldId="305"/>
            <ac:spMk id="4" creationId="{FD67FF41-243A-BA8B-7D65-D985C30EEC10}"/>
          </ac:spMkLst>
        </pc:spChg>
        <pc:spChg chg="mod">
          <ac:chgData name="BANDARANAYAKE .B.G.W.T.N it22247018" userId="S::it22247018@my.sliit.lk::ad638593-24e3-48fe-8a68-665fdcc3a8ae" providerId="AD" clId="Web-{55979B68-996C-C9D2-8316-9C8ED1FA600A}" dt="2026-01-05T18:13:05.144" v="1061" actId="1076"/>
          <ac:spMkLst>
            <pc:docMk/>
            <pc:sldMk cId="3080667438" sldId="305"/>
            <ac:spMk id="6" creationId="{583D4888-E5CF-6EE5-98B4-0C76BCA06972}"/>
          </ac:spMkLst>
        </pc:spChg>
        <pc:spChg chg="mod">
          <ac:chgData name="BANDARANAYAKE .B.G.W.T.N it22247018" userId="S::it22247018@my.sliit.lk::ad638593-24e3-48fe-8a68-665fdcc3a8ae" providerId="AD" clId="Web-{55979B68-996C-C9D2-8316-9C8ED1FA600A}" dt="2026-01-05T18:12:50.925" v="1048" actId="1076"/>
          <ac:spMkLst>
            <pc:docMk/>
            <pc:sldMk cId="3080667438" sldId="305"/>
            <ac:spMk id="8" creationId="{F186EEF2-80BF-FEE5-3FF6-140DDB7F3875}"/>
          </ac:spMkLst>
        </pc:spChg>
        <pc:spChg chg="mod">
          <ac:chgData name="BANDARANAYAKE .B.G.W.T.N it22247018" userId="S::it22247018@my.sliit.lk::ad638593-24e3-48fe-8a68-665fdcc3a8ae" providerId="AD" clId="Web-{55979B68-996C-C9D2-8316-9C8ED1FA600A}" dt="2026-01-05T18:12:50.941" v="1049" actId="1076"/>
          <ac:spMkLst>
            <pc:docMk/>
            <pc:sldMk cId="3080667438" sldId="305"/>
            <ac:spMk id="9" creationId="{BEEDEE80-3EAB-BC08-63F9-29F8022F9C5F}"/>
          </ac:spMkLst>
        </pc:spChg>
        <pc:spChg chg="mod">
          <ac:chgData name="BANDARANAYAKE .B.G.W.T.N it22247018" userId="S::it22247018@my.sliit.lk::ad638593-24e3-48fe-8a68-665fdcc3a8ae" providerId="AD" clId="Web-{55979B68-996C-C9D2-8316-9C8ED1FA600A}" dt="2026-01-05T18:12:50.941" v="1050" actId="1076"/>
          <ac:spMkLst>
            <pc:docMk/>
            <pc:sldMk cId="3080667438" sldId="305"/>
            <ac:spMk id="10" creationId="{FDBE49BE-A1B8-0257-005C-9447FCC34556}"/>
          </ac:spMkLst>
        </pc:spChg>
        <pc:spChg chg="mod">
          <ac:chgData name="BANDARANAYAKE .B.G.W.T.N it22247018" userId="S::it22247018@my.sliit.lk::ad638593-24e3-48fe-8a68-665fdcc3a8ae" providerId="AD" clId="Web-{55979B68-996C-C9D2-8316-9C8ED1FA600A}" dt="2026-01-05T18:12:50.957" v="1051" actId="1076"/>
          <ac:spMkLst>
            <pc:docMk/>
            <pc:sldMk cId="3080667438" sldId="305"/>
            <ac:spMk id="11" creationId="{261DAC45-7166-FE44-1102-AF2631F45B8E}"/>
          </ac:spMkLst>
        </pc:spChg>
        <pc:spChg chg="mod">
          <ac:chgData name="BANDARANAYAKE .B.G.W.T.N it22247018" userId="S::it22247018@my.sliit.lk::ad638593-24e3-48fe-8a68-665fdcc3a8ae" providerId="AD" clId="Web-{55979B68-996C-C9D2-8316-9C8ED1FA600A}" dt="2026-01-05T18:12:50.972" v="1052" actId="1076"/>
          <ac:spMkLst>
            <pc:docMk/>
            <pc:sldMk cId="3080667438" sldId="305"/>
            <ac:spMk id="27" creationId="{E675EA5B-6578-7F4B-CA3F-9C0A09C14582}"/>
          </ac:spMkLst>
        </pc:spChg>
        <pc:spChg chg="mod">
          <ac:chgData name="BANDARANAYAKE .B.G.W.T.N it22247018" userId="S::it22247018@my.sliit.lk::ad638593-24e3-48fe-8a68-665fdcc3a8ae" providerId="AD" clId="Web-{55979B68-996C-C9D2-8316-9C8ED1FA600A}" dt="2026-01-05T18:12:50.988" v="1053" actId="1076"/>
          <ac:spMkLst>
            <pc:docMk/>
            <pc:sldMk cId="3080667438" sldId="305"/>
            <ac:spMk id="28" creationId="{DBD1CBD7-710D-6365-98AC-5305CAB925A7}"/>
          </ac:spMkLst>
        </pc:spChg>
        <pc:spChg chg="mod">
          <ac:chgData name="BANDARANAYAKE .B.G.W.T.N it22247018" userId="S::it22247018@my.sliit.lk::ad638593-24e3-48fe-8a68-665fdcc3a8ae" providerId="AD" clId="Web-{55979B68-996C-C9D2-8316-9C8ED1FA600A}" dt="2026-01-05T18:12:50.988" v="1054" actId="1076"/>
          <ac:spMkLst>
            <pc:docMk/>
            <pc:sldMk cId="3080667438" sldId="305"/>
            <ac:spMk id="29" creationId="{A80A5F8F-42E3-7FD8-70CD-513CE772535C}"/>
          </ac:spMkLst>
        </pc:spChg>
        <pc:spChg chg="mod">
          <ac:chgData name="BANDARANAYAKE .B.G.W.T.N it22247018" userId="S::it22247018@my.sliit.lk::ad638593-24e3-48fe-8a68-665fdcc3a8ae" providerId="AD" clId="Web-{55979B68-996C-C9D2-8316-9C8ED1FA600A}" dt="2026-01-05T18:12:51.003" v="1055" actId="1076"/>
          <ac:spMkLst>
            <pc:docMk/>
            <pc:sldMk cId="3080667438" sldId="305"/>
            <ac:spMk id="30" creationId="{D6BFD06F-150F-97D5-3F6F-081BB4F3C188}"/>
          </ac:spMkLst>
        </pc:spChg>
        <pc:spChg chg="mod">
          <ac:chgData name="BANDARANAYAKE .B.G.W.T.N it22247018" userId="S::it22247018@my.sliit.lk::ad638593-24e3-48fe-8a68-665fdcc3a8ae" providerId="AD" clId="Web-{55979B68-996C-C9D2-8316-9C8ED1FA600A}" dt="2026-01-05T18:12:51.019" v="1056" actId="1076"/>
          <ac:spMkLst>
            <pc:docMk/>
            <pc:sldMk cId="3080667438" sldId="305"/>
            <ac:spMk id="31" creationId="{25CB5418-88B0-4702-39E6-C1A8871A321F}"/>
          </ac:spMkLst>
        </pc:spChg>
        <pc:spChg chg="mod">
          <ac:chgData name="BANDARANAYAKE .B.G.W.T.N it22247018" userId="S::it22247018@my.sliit.lk::ad638593-24e3-48fe-8a68-665fdcc3a8ae" providerId="AD" clId="Web-{55979B68-996C-C9D2-8316-9C8ED1FA600A}" dt="2026-01-05T18:12:51.035" v="1057" actId="1076"/>
          <ac:spMkLst>
            <pc:docMk/>
            <pc:sldMk cId="3080667438" sldId="305"/>
            <ac:spMk id="32" creationId="{0D69BACF-6339-5D10-B162-8DE23DE896E9}"/>
          </ac:spMkLst>
        </pc:spChg>
        <pc:spChg chg="mod">
          <ac:chgData name="BANDARANAYAKE .B.G.W.T.N it22247018" userId="S::it22247018@my.sliit.lk::ad638593-24e3-48fe-8a68-665fdcc3a8ae" providerId="AD" clId="Web-{55979B68-996C-C9D2-8316-9C8ED1FA600A}" dt="2026-01-05T18:12:51.050" v="1058" actId="1076"/>
          <ac:spMkLst>
            <pc:docMk/>
            <pc:sldMk cId="3080667438" sldId="305"/>
            <ac:spMk id="33" creationId="{F77BBBD0-D85F-4898-6598-A669905B6708}"/>
          </ac:spMkLst>
        </pc:spChg>
        <pc:spChg chg="mod">
          <ac:chgData name="BANDARANAYAKE .B.G.W.T.N it22247018" userId="S::it22247018@my.sliit.lk::ad638593-24e3-48fe-8a68-665fdcc3a8ae" providerId="AD" clId="Web-{55979B68-996C-C9D2-8316-9C8ED1FA600A}" dt="2026-01-05T18:12:51.050" v="1059" actId="1076"/>
          <ac:spMkLst>
            <pc:docMk/>
            <pc:sldMk cId="3080667438" sldId="305"/>
            <ac:spMk id="34" creationId="{26B24351-AC0C-9F85-5717-553017B151AA}"/>
          </ac:spMkLst>
        </pc:spChg>
        <pc:picChg chg="mod">
          <ac:chgData name="BANDARANAYAKE .B.G.W.T.N it22247018" userId="S::it22247018@my.sliit.lk::ad638593-24e3-48fe-8a68-665fdcc3a8ae" providerId="AD" clId="Web-{55979B68-996C-C9D2-8316-9C8ED1FA600A}" dt="2026-01-05T18:12:56.925" v="1060" actId="1076"/>
          <ac:picMkLst>
            <pc:docMk/>
            <pc:sldMk cId="3080667438" sldId="305"/>
            <ac:picMk id="2" creationId="{2CB61052-4788-2AC6-5AF5-609C8D047804}"/>
          </ac:picMkLst>
        </pc:picChg>
      </pc:sldChg>
      <pc:sldChg chg="delSp modSp add replId">
        <pc:chgData name="BANDARANAYAKE .B.G.W.T.N it22247018" userId="S::it22247018@my.sliit.lk::ad638593-24e3-48fe-8a68-665fdcc3a8ae" providerId="AD" clId="Web-{55979B68-996C-C9D2-8316-9C8ED1FA600A}" dt="2026-01-05T18:17:26.237" v="1128" actId="1076"/>
        <pc:sldMkLst>
          <pc:docMk/>
          <pc:sldMk cId="3070838865" sldId="306"/>
        </pc:sldMkLst>
        <pc:spChg chg="mod">
          <ac:chgData name="BANDARANAYAKE .B.G.W.T.N it22247018" userId="S::it22247018@my.sliit.lk::ad638593-24e3-48fe-8a68-665fdcc3a8ae" providerId="AD" clId="Web-{55979B68-996C-C9D2-8316-9C8ED1FA600A}" dt="2026-01-05T18:17:26.237" v="1128" actId="1076"/>
          <ac:spMkLst>
            <pc:docMk/>
            <pc:sldMk cId="3070838865" sldId="306"/>
            <ac:spMk id="6" creationId="{FCBBC763-5B6B-373B-2FD2-6E103FDCDBCB}"/>
          </ac:spMkLst>
        </pc:spChg>
        <pc:spChg chg="mod">
          <ac:chgData name="BANDARANAYAKE .B.G.W.T.N it22247018" userId="S::it22247018@my.sliit.lk::ad638593-24e3-48fe-8a68-665fdcc3a8ae" providerId="AD" clId="Web-{55979B68-996C-C9D2-8316-9C8ED1FA600A}" dt="2026-01-05T18:17:23.487" v="1127" actId="14100"/>
          <ac:spMkLst>
            <pc:docMk/>
            <pc:sldMk cId="3070838865" sldId="306"/>
            <ac:spMk id="8" creationId="{71BF882E-304A-9A1F-6B44-763614F38B51}"/>
          </ac:spMkLst>
        </pc:spChg>
        <pc:spChg chg="del">
          <ac:chgData name="BANDARANAYAKE .B.G.W.T.N it22247018" userId="S::it22247018@my.sliit.lk::ad638593-24e3-48fe-8a68-665fdcc3a8ae" providerId="AD" clId="Web-{55979B68-996C-C9D2-8316-9C8ED1FA600A}" dt="2026-01-05T18:14:24.858" v="1078"/>
          <ac:spMkLst>
            <pc:docMk/>
            <pc:sldMk cId="3070838865" sldId="306"/>
            <ac:spMk id="9" creationId="{AC5B703B-E971-8F6B-A2D4-1021F4BD831B}"/>
          </ac:spMkLst>
        </pc:spChg>
        <pc:spChg chg="del">
          <ac:chgData name="BANDARANAYAKE .B.G.W.T.N it22247018" userId="S::it22247018@my.sliit.lk::ad638593-24e3-48fe-8a68-665fdcc3a8ae" providerId="AD" clId="Web-{55979B68-996C-C9D2-8316-9C8ED1FA600A}" dt="2026-01-05T18:14:26.639" v="1079"/>
          <ac:spMkLst>
            <pc:docMk/>
            <pc:sldMk cId="3070838865" sldId="306"/>
            <ac:spMk id="10" creationId="{A6780A0C-0C5D-0D48-7E74-311E290B67B2}"/>
          </ac:spMkLst>
        </pc:spChg>
        <pc:spChg chg="mod">
          <ac:chgData name="BANDARANAYAKE .B.G.W.T.N it22247018" userId="S::it22247018@my.sliit.lk::ad638593-24e3-48fe-8a68-665fdcc3a8ae" providerId="AD" clId="Web-{55979B68-996C-C9D2-8316-9C8ED1FA600A}" dt="2026-01-05T18:17:11.940" v="1124" actId="20577"/>
          <ac:spMkLst>
            <pc:docMk/>
            <pc:sldMk cId="3070838865" sldId="306"/>
            <ac:spMk id="11" creationId="{9317C3FD-FA32-EA88-1837-7D7CDBD41201}"/>
          </ac:spMkLst>
        </pc:spChg>
        <pc:spChg chg="del">
          <ac:chgData name="BANDARANAYAKE .B.G.W.T.N it22247018" userId="S::it22247018@my.sliit.lk::ad638593-24e3-48fe-8a68-665fdcc3a8ae" providerId="AD" clId="Web-{55979B68-996C-C9D2-8316-9C8ED1FA600A}" dt="2026-01-05T18:14:07.139" v="1068"/>
          <ac:spMkLst>
            <pc:docMk/>
            <pc:sldMk cId="3070838865" sldId="306"/>
            <ac:spMk id="27" creationId="{3C89826F-3304-75B0-74D3-B060DC33C3DC}"/>
          </ac:spMkLst>
        </pc:spChg>
        <pc:spChg chg="del">
          <ac:chgData name="BANDARANAYAKE .B.G.W.T.N it22247018" userId="S::it22247018@my.sliit.lk::ad638593-24e3-48fe-8a68-665fdcc3a8ae" providerId="AD" clId="Web-{55979B68-996C-C9D2-8316-9C8ED1FA600A}" dt="2026-01-05T18:14:08.873" v="1070"/>
          <ac:spMkLst>
            <pc:docMk/>
            <pc:sldMk cId="3070838865" sldId="306"/>
            <ac:spMk id="28" creationId="{B79266FC-EE34-BBFB-CB4B-2141421B8F3D}"/>
          </ac:spMkLst>
        </pc:spChg>
        <pc:spChg chg="del">
          <ac:chgData name="BANDARANAYAKE .B.G.W.T.N it22247018" userId="S::it22247018@my.sliit.lk::ad638593-24e3-48fe-8a68-665fdcc3a8ae" providerId="AD" clId="Web-{55979B68-996C-C9D2-8316-9C8ED1FA600A}" dt="2026-01-05T18:14:07.811" v="1069"/>
          <ac:spMkLst>
            <pc:docMk/>
            <pc:sldMk cId="3070838865" sldId="306"/>
            <ac:spMk id="29" creationId="{D9192D66-38ED-9C28-9980-CD6F9F24D0F3}"/>
          </ac:spMkLst>
        </pc:spChg>
        <pc:spChg chg="del">
          <ac:chgData name="BANDARANAYAKE .B.G.W.T.N it22247018" userId="S::it22247018@my.sliit.lk::ad638593-24e3-48fe-8a68-665fdcc3a8ae" providerId="AD" clId="Web-{55979B68-996C-C9D2-8316-9C8ED1FA600A}" dt="2026-01-05T18:14:06.248" v="1067"/>
          <ac:spMkLst>
            <pc:docMk/>
            <pc:sldMk cId="3070838865" sldId="306"/>
            <ac:spMk id="30" creationId="{66FAED21-B4EE-AC17-07A7-ED6DF6D6F9E3}"/>
          </ac:spMkLst>
        </pc:spChg>
        <pc:spChg chg="del">
          <ac:chgData name="BANDARANAYAKE .B.G.W.T.N it22247018" userId="S::it22247018@my.sliit.lk::ad638593-24e3-48fe-8a68-665fdcc3a8ae" providerId="AD" clId="Web-{55979B68-996C-C9D2-8316-9C8ED1FA600A}" dt="2026-01-05T18:14:11.623" v="1074"/>
          <ac:spMkLst>
            <pc:docMk/>
            <pc:sldMk cId="3070838865" sldId="306"/>
            <ac:spMk id="31" creationId="{B409D9C1-C495-0F45-6558-C8A93B343CC1}"/>
          </ac:spMkLst>
        </pc:spChg>
        <pc:spChg chg="del">
          <ac:chgData name="BANDARANAYAKE .B.G.W.T.N it22247018" userId="S::it22247018@my.sliit.lk::ad638593-24e3-48fe-8a68-665fdcc3a8ae" providerId="AD" clId="Web-{55979B68-996C-C9D2-8316-9C8ED1FA600A}" dt="2026-01-05T18:14:09.404" v="1071"/>
          <ac:spMkLst>
            <pc:docMk/>
            <pc:sldMk cId="3070838865" sldId="306"/>
            <ac:spMk id="32" creationId="{3C05B8CA-1B48-1E9B-0F3E-3EB465073402}"/>
          </ac:spMkLst>
        </pc:spChg>
        <pc:spChg chg="del mod">
          <ac:chgData name="BANDARANAYAKE .B.G.W.T.N it22247018" userId="S::it22247018@my.sliit.lk::ad638593-24e3-48fe-8a68-665fdcc3a8ae" providerId="AD" clId="Web-{55979B68-996C-C9D2-8316-9C8ED1FA600A}" dt="2026-01-05T18:14:11.139" v="1073"/>
          <ac:spMkLst>
            <pc:docMk/>
            <pc:sldMk cId="3070838865" sldId="306"/>
            <ac:spMk id="33" creationId="{DC826C8D-625D-D337-2D1E-0F3AC4F9DC8C}"/>
          </ac:spMkLst>
        </pc:spChg>
        <pc:spChg chg="del">
          <ac:chgData name="BANDARANAYAKE .B.G.W.T.N it22247018" userId="S::it22247018@my.sliit.lk::ad638593-24e3-48fe-8a68-665fdcc3a8ae" providerId="AD" clId="Web-{55979B68-996C-C9D2-8316-9C8ED1FA600A}" dt="2026-01-05T18:14:13.217" v="1075"/>
          <ac:spMkLst>
            <pc:docMk/>
            <pc:sldMk cId="3070838865" sldId="306"/>
            <ac:spMk id="34" creationId="{022D085C-2B59-CE69-FB49-3257B075C31D}"/>
          </ac:spMkLst>
        </pc:spChg>
      </pc:sldChg>
    </pc:docChg>
  </pc:docChgLst>
  <pc:docChgLst>
    <pc:chgData name="Guest User" userId="S::urn:spo:tenantanon#44e3cf94-19c9-4e32-96c3-14f5bf01391a::" providerId="AD" clId="Web-{F9937DA1-8ACA-5CE4-9BB3-8E83C01766FE}"/>
    <pc:docChg chg="modSld">
      <pc:chgData name="Guest User" userId="S::urn:spo:tenantanon#44e3cf94-19c9-4e32-96c3-14f5bf01391a::" providerId="AD" clId="Web-{F9937DA1-8ACA-5CE4-9BB3-8E83C01766FE}" dt="2026-01-05T04:32:06.896" v="6"/>
      <pc:docMkLst>
        <pc:docMk/>
      </pc:docMkLst>
      <pc:sldChg chg="addSp">
        <pc:chgData name="Guest User" userId="S::urn:spo:tenantanon#44e3cf94-19c9-4e32-96c3-14f5bf01391a::" providerId="AD" clId="Web-{F9937DA1-8ACA-5CE4-9BB3-8E83C01766FE}" dt="2026-01-05T04:32:06.896" v="6"/>
        <pc:sldMkLst>
          <pc:docMk/>
          <pc:sldMk cId="0" sldId="259"/>
        </pc:sldMkLst>
        <pc:inkChg chg="add">
          <ac:chgData name="Guest User" userId="S::urn:spo:tenantanon#44e3cf94-19c9-4e32-96c3-14f5bf01391a::" providerId="AD" clId="Web-{F9937DA1-8ACA-5CE4-9BB3-8E83C01766FE}" dt="2026-01-05T04:31:32.020" v="0"/>
          <ac:inkMkLst>
            <pc:docMk/>
            <pc:sldMk cId="0" sldId="259"/>
            <ac:inkMk id="19" creationId="{802CD183-B2C3-BED0-C2E3-3A2787FC071E}"/>
          </ac:inkMkLst>
        </pc:inkChg>
        <pc:inkChg chg="add">
          <ac:chgData name="Guest User" userId="S::urn:spo:tenantanon#44e3cf94-19c9-4e32-96c3-14f5bf01391a::" providerId="AD" clId="Web-{F9937DA1-8ACA-5CE4-9BB3-8E83C01766FE}" dt="2026-01-05T04:31:37.208" v="1"/>
          <ac:inkMkLst>
            <pc:docMk/>
            <pc:sldMk cId="0" sldId="259"/>
            <ac:inkMk id="20" creationId="{1A08FA5B-E28C-DF5F-8D08-C45AD35D3E20}"/>
          </ac:inkMkLst>
        </pc:inkChg>
        <pc:inkChg chg="add">
          <ac:chgData name="Guest User" userId="S::urn:spo:tenantanon#44e3cf94-19c9-4e32-96c3-14f5bf01391a::" providerId="AD" clId="Web-{F9937DA1-8ACA-5CE4-9BB3-8E83C01766FE}" dt="2026-01-05T04:31:38.036" v="2"/>
          <ac:inkMkLst>
            <pc:docMk/>
            <pc:sldMk cId="0" sldId="259"/>
            <ac:inkMk id="21" creationId="{4D3C3DE3-99A7-4F9A-AD07-695783C5780A}"/>
          </ac:inkMkLst>
        </pc:inkChg>
        <pc:inkChg chg="add">
          <ac:chgData name="Guest User" userId="S::urn:spo:tenantanon#44e3cf94-19c9-4e32-96c3-14f5bf01391a::" providerId="AD" clId="Web-{F9937DA1-8ACA-5CE4-9BB3-8E83C01766FE}" dt="2026-01-05T04:32:01.521" v="3"/>
          <ac:inkMkLst>
            <pc:docMk/>
            <pc:sldMk cId="0" sldId="259"/>
            <ac:inkMk id="22" creationId="{C83707FE-563A-8C4D-7E12-F2BF63AB7DF4}"/>
          </ac:inkMkLst>
        </pc:inkChg>
        <pc:inkChg chg="add">
          <ac:chgData name="Guest User" userId="S::urn:spo:tenantanon#44e3cf94-19c9-4e32-96c3-14f5bf01391a::" providerId="AD" clId="Web-{F9937DA1-8ACA-5CE4-9BB3-8E83C01766FE}" dt="2026-01-05T04:32:02.302" v="4"/>
          <ac:inkMkLst>
            <pc:docMk/>
            <pc:sldMk cId="0" sldId="259"/>
            <ac:inkMk id="23" creationId="{F2CA923A-DD7A-956E-4BD5-D1EFF800DB8D}"/>
          </ac:inkMkLst>
        </pc:inkChg>
        <pc:inkChg chg="add">
          <ac:chgData name="Guest User" userId="S::urn:spo:tenantanon#44e3cf94-19c9-4e32-96c3-14f5bf01391a::" providerId="AD" clId="Web-{F9937DA1-8ACA-5CE4-9BB3-8E83C01766FE}" dt="2026-01-05T04:32:03.709" v="5"/>
          <ac:inkMkLst>
            <pc:docMk/>
            <pc:sldMk cId="0" sldId="259"/>
            <ac:inkMk id="24" creationId="{00208462-CB7A-6B18-1A50-2E7945EF8E78}"/>
          </ac:inkMkLst>
        </pc:inkChg>
        <pc:inkChg chg="add">
          <ac:chgData name="Guest User" userId="S::urn:spo:tenantanon#44e3cf94-19c9-4e32-96c3-14f5bf01391a::" providerId="AD" clId="Web-{F9937DA1-8ACA-5CE4-9BB3-8E83C01766FE}" dt="2026-01-05T04:32:06.896" v="6"/>
          <ac:inkMkLst>
            <pc:docMk/>
            <pc:sldMk cId="0" sldId="259"/>
            <ac:inkMk id="25" creationId="{37F4F0AB-5E1A-17EB-1F44-2879C6C87803}"/>
          </ac:inkMkLst>
        </pc:inkChg>
      </pc:sldChg>
    </pc:docChg>
  </pc:docChgLst>
  <pc:docChgLst>
    <pc:chgData name="Guest User" userId="S::urn:spo:tenantanon#44e3cf94-19c9-4e32-96c3-14f5bf01391a::" providerId="AD" clId="Web-{851A80DF-AD6B-D210-DAE1-4DCD4F3225BE}"/>
    <pc:docChg chg="addSld delSld modSld">
      <pc:chgData name="Guest User" userId="S::urn:spo:tenantanon#44e3cf94-19c9-4e32-96c3-14f5bf01391a::" providerId="AD" clId="Web-{851A80DF-AD6B-D210-DAE1-4DCD4F3225BE}" dt="2026-01-06T06:38:14.331" v="1125" actId="20577"/>
      <pc:docMkLst>
        <pc:docMk/>
      </pc:docMkLst>
      <pc:sldChg chg="del">
        <pc:chgData name="Guest User" userId="S::urn:spo:tenantanon#44e3cf94-19c9-4e32-96c3-14f5bf01391a::" providerId="AD" clId="Web-{851A80DF-AD6B-D210-DAE1-4DCD4F3225BE}" dt="2026-01-06T06:31:41.944" v="1080"/>
        <pc:sldMkLst>
          <pc:docMk/>
          <pc:sldMk cId="0" sldId="257"/>
        </pc:sldMkLst>
      </pc:sldChg>
      <pc:sldChg chg="addSp delSp modSp del">
        <pc:chgData name="Guest User" userId="S::urn:spo:tenantanon#44e3cf94-19c9-4e32-96c3-14f5bf01391a::" providerId="AD" clId="Web-{851A80DF-AD6B-D210-DAE1-4DCD4F3225BE}" dt="2026-01-06T06:19:19.456" v="1076"/>
        <pc:sldMkLst>
          <pc:docMk/>
          <pc:sldMk cId="0" sldId="258"/>
        </pc:sldMkLst>
        <pc:picChg chg="add del mod">
          <ac:chgData name="Guest User" userId="S::urn:spo:tenantanon#44e3cf94-19c9-4e32-96c3-14f5bf01391a::" providerId="AD" clId="Web-{851A80DF-AD6B-D210-DAE1-4DCD4F3225BE}" dt="2026-01-06T05:40:43.408" v="905"/>
          <ac:picMkLst>
            <pc:docMk/>
            <pc:sldMk cId="0" sldId="258"/>
            <ac:picMk id="27" creationId="{B79E8F3D-82B1-0F41-27C2-7EA80B39C365}"/>
          </ac:picMkLst>
        </pc:picChg>
      </pc:sldChg>
      <pc:sldChg chg="delSp add del">
        <pc:chgData name="Guest User" userId="S::urn:spo:tenantanon#44e3cf94-19c9-4e32-96c3-14f5bf01391a::" providerId="AD" clId="Web-{851A80DF-AD6B-D210-DAE1-4DCD4F3225BE}" dt="2026-01-06T06:17:34.344" v="1063"/>
        <pc:sldMkLst>
          <pc:docMk/>
          <pc:sldMk cId="0" sldId="259"/>
        </pc:sldMkLst>
        <pc:spChg chg="del">
          <ac:chgData name="Guest User" userId="S::urn:spo:tenantanon#44e3cf94-19c9-4e32-96c3-14f5bf01391a::" providerId="AD" clId="Web-{851A80DF-AD6B-D210-DAE1-4DCD4F3225BE}" dt="2026-01-06T04:37:20.636" v="142"/>
          <ac:spMkLst>
            <pc:docMk/>
            <pc:sldMk cId="0" sldId="259"/>
            <ac:spMk id="5" creationId="{00000000-0000-0000-0000-000000000000}"/>
          </ac:spMkLst>
        </pc:spChg>
      </pc:sldChg>
      <pc:sldChg chg="del">
        <pc:chgData name="Guest User" userId="S::urn:spo:tenantanon#44e3cf94-19c9-4e32-96c3-14f5bf01391a::" providerId="AD" clId="Web-{851A80DF-AD6B-D210-DAE1-4DCD4F3225BE}" dt="2026-01-06T06:17:37.063" v="1064"/>
        <pc:sldMkLst>
          <pc:docMk/>
          <pc:sldMk cId="0" sldId="260"/>
        </pc:sldMkLst>
      </pc:sldChg>
      <pc:sldChg chg="del">
        <pc:chgData name="Guest User" userId="S::urn:spo:tenantanon#44e3cf94-19c9-4e32-96c3-14f5bf01391a::" providerId="AD" clId="Web-{851A80DF-AD6B-D210-DAE1-4DCD4F3225BE}" dt="2026-01-06T06:17:43.282" v="1065"/>
        <pc:sldMkLst>
          <pc:docMk/>
          <pc:sldMk cId="0" sldId="261"/>
        </pc:sldMkLst>
      </pc:sldChg>
      <pc:sldChg chg="del">
        <pc:chgData name="Guest User" userId="S::urn:spo:tenantanon#44e3cf94-19c9-4e32-96c3-14f5bf01391a::" providerId="AD" clId="Web-{851A80DF-AD6B-D210-DAE1-4DCD4F3225BE}" dt="2026-01-06T06:31:09.974" v="1077"/>
        <pc:sldMkLst>
          <pc:docMk/>
          <pc:sldMk cId="0" sldId="262"/>
        </pc:sldMkLst>
      </pc:sldChg>
      <pc:sldChg chg="del">
        <pc:chgData name="Guest User" userId="S::urn:spo:tenantanon#44e3cf94-19c9-4e32-96c3-14f5bf01391a::" providerId="AD" clId="Web-{851A80DF-AD6B-D210-DAE1-4DCD4F3225BE}" dt="2026-01-06T06:31:15.599" v="1078"/>
        <pc:sldMkLst>
          <pc:docMk/>
          <pc:sldMk cId="0" sldId="263"/>
        </pc:sldMkLst>
      </pc:sldChg>
      <pc:sldChg chg="modSp">
        <pc:chgData name="Guest User" userId="S::urn:spo:tenantanon#44e3cf94-19c9-4e32-96c3-14f5bf01391a::" providerId="AD" clId="Web-{851A80DF-AD6B-D210-DAE1-4DCD4F3225BE}" dt="2026-01-06T05:20:08.399" v="860" actId="14100"/>
        <pc:sldMkLst>
          <pc:docMk/>
          <pc:sldMk cId="1184288525" sldId="272"/>
        </pc:sldMkLst>
        <pc:spChg chg="mod">
          <ac:chgData name="Guest User" userId="S::urn:spo:tenantanon#44e3cf94-19c9-4e32-96c3-14f5bf01391a::" providerId="AD" clId="Web-{851A80DF-AD6B-D210-DAE1-4DCD4F3225BE}" dt="2026-01-06T05:20:08.399" v="860" actId="14100"/>
          <ac:spMkLst>
            <pc:docMk/>
            <pc:sldMk cId="1184288525" sldId="272"/>
            <ac:spMk id="28" creationId="{D578D833-E490-17DD-98E2-1751794D992A}"/>
          </ac:spMkLst>
        </pc:spChg>
      </pc:sldChg>
      <pc:sldChg chg="addSp delSp modSp">
        <pc:chgData name="Guest User" userId="S::urn:spo:tenantanon#44e3cf94-19c9-4e32-96c3-14f5bf01391a::" providerId="AD" clId="Web-{851A80DF-AD6B-D210-DAE1-4DCD4F3225BE}" dt="2026-01-06T06:36:54.908" v="1089"/>
        <pc:sldMkLst>
          <pc:docMk/>
          <pc:sldMk cId="3483905385" sldId="274"/>
        </pc:sldMkLst>
        <pc:picChg chg="add del mod">
          <ac:chgData name="Guest User" userId="S::urn:spo:tenantanon#44e3cf94-19c9-4e32-96c3-14f5bf01391a::" providerId="AD" clId="Web-{851A80DF-AD6B-D210-DAE1-4DCD4F3225BE}" dt="2026-01-06T06:36:54.908" v="1089"/>
          <ac:picMkLst>
            <pc:docMk/>
            <pc:sldMk cId="3483905385" sldId="274"/>
            <ac:picMk id="5" creationId="{4AE69DA9-B569-E6E2-069A-C4F40D8B2804}"/>
          </ac:picMkLst>
        </pc:picChg>
      </pc:sldChg>
      <pc:sldChg chg="addSp delSp modSp add replId">
        <pc:chgData name="Guest User" userId="S::urn:spo:tenantanon#44e3cf94-19c9-4e32-96c3-14f5bf01391a::" providerId="AD" clId="Web-{851A80DF-AD6B-D210-DAE1-4DCD4F3225BE}" dt="2026-01-06T06:32:48.885" v="1088" actId="1076"/>
        <pc:sldMkLst>
          <pc:docMk/>
          <pc:sldMk cId="2821269468" sldId="314"/>
        </pc:sldMkLst>
        <pc:spChg chg="add mod">
          <ac:chgData name="Guest User" userId="S::urn:spo:tenantanon#44e3cf94-19c9-4e32-96c3-14f5bf01391a::" providerId="AD" clId="Web-{851A80DF-AD6B-D210-DAE1-4DCD4F3225BE}" dt="2026-01-06T04:34:08.990" v="140" actId="20577"/>
          <ac:spMkLst>
            <pc:docMk/>
            <pc:sldMk cId="2821269468" sldId="314"/>
            <ac:spMk id="5" creationId="{688F02DB-C64F-A25E-D78E-DC07AAC3F195}"/>
          </ac:spMkLst>
        </pc:spChg>
        <pc:spChg chg="mod">
          <ac:chgData name="Guest User" userId="S::urn:spo:tenantanon#44e3cf94-19c9-4e32-96c3-14f5bf01391a::" providerId="AD" clId="Web-{851A80DF-AD6B-D210-DAE1-4DCD4F3225BE}" dt="2026-01-06T04:31:48.422" v="95" actId="20577"/>
          <ac:spMkLst>
            <pc:docMk/>
            <pc:sldMk cId="2821269468" sldId="314"/>
            <ac:spMk id="6" creationId="{922CA940-F5EC-1117-953C-71CA13F33B36}"/>
          </ac:spMkLst>
        </pc:spChg>
        <pc:spChg chg="mod">
          <ac:chgData name="Guest User" userId="S::urn:spo:tenantanon#44e3cf94-19c9-4e32-96c3-14f5bf01391a::" providerId="AD" clId="Web-{851A80DF-AD6B-D210-DAE1-4DCD4F3225BE}" dt="2026-01-06T04:16:43.476" v="32" actId="20577"/>
          <ac:spMkLst>
            <pc:docMk/>
            <pc:sldMk cId="2821269468" sldId="314"/>
            <ac:spMk id="47" creationId="{AA93FAA8-B97F-8058-19C5-76F061C6C8B7}"/>
          </ac:spMkLst>
        </pc:spChg>
        <pc:picChg chg="add del mod">
          <ac:chgData name="Guest User" userId="S::urn:spo:tenantanon#44e3cf94-19c9-4e32-96c3-14f5bf01391a::" providerId="AD" clId="Web-{851A80DF-AD6B-D210-DAE1-4DCD4F3225BE}" dt="2026-01-06T04:30:50.997" v="34"/>
          <ac:picMkLst>
            <pc:docMk/>
            <pc:sldMk cId="2821269468" sldId="314"/>
            <ac:picMk id="4" creationId="{4F5ACB2F-23E8-6598-87C8-6F837A238661}"/>
          </ac:picMkLst>
        </pc:picChg>
        <pc:picChg chg="add mod">
          <ac:chgData name="Guest User" userId="S::urn:spo:tenantanon#44e3cf94-19c9-4e32-96c3-14f5bf01391a::" providerId="AD" clId="Web-{851A80DF-AD6B-D210-DAE1-4DCD4F3225BE}" dt="2026-01-06T06:32:48.885" v="1088" actId="1076"/>
          <ac:picMkLst>
            <pc:docMk/>
            <pc:sldMk cId="2821269468" sldId="314"/>
            <ac:picMk id="7" creationId="{C57753A0-DC73-5D01-CB42-66589EAC6230}"/>
          </ac:picMkLst>
        </pc:picChg>
      </pc:sldChg>
      <pc:sldChg chg="addSp delSp modSp add replId">
        <pc:chgData name="Guest User" userId="S::urn:spo:tenantanon#44e3cf94-19c9-4e32-96c3-14f5bf01391a::" providerId="AD" clId="Web-{851A80DF-AD6B-D210-DAE1-4DCD4F3225BE}" dt="2026-01-06T06:37:40.674" v="1107" actId="20577"/>
        <pc:sldMkLst>
          <pc:docMk/>
          <pc:sldMk cId="1669874644" sldId="315"/>
        </pc:sldMkLst>
        <pc:spChg chg="mod">
          <ac:chgData name="Guest User" userId="S::urn:spo:tenantanon#44e3cf94-19c9-4e32-96c3-14f5bf01391a::" providerId="AD" clId="Web-{851A80DF-AD6B-D210-DAE1-4DCD4F3225BE}" dt="2026-01-06T05:08:10.779" v="680" actId="20577"/>
          <ac:spMkLst>
            <pc:docMk/>
            <pc:sldMk cId="1669874644" sldId="315"/>
            <ac:spMk id="3" creationId="{1CE358AB-4C3F-C2BA-F03E-9E0B610BA328}"/>
          </ac:spMkLst>
        </pc:spChg>
        <pc:spChg chg="mod">
          <ac:chgData name="Guest User" userId="S::urn:spo:tenantanon#44e3cf94-19c9-4e32-96c3-14f5bf01391a::" providerId="AD" clId="Web-{851A80DF-AD6B-D210-DAE1-4DCD4F3225BE}" dt="2026-01-06T06:37:40.674" v="1107" actId="20577"/>
          <ac:spMkLst>
            <pc:docMk/>
            <pc:sldMk cId="1669874644" sldId="315"/>
            <ac:spMk id="43" creationId="{BB748E1F-483A-9A5D-B9CC-6C7ADFF3E57F}"/>
          </ac:spMkLst>
        </pc:spChg>
        <pc:picChg chg="add mod">
          <ac:chgData name="Guest User" userId="S::urn:spo:tenantanon#44e3cf94-19c9-4e32-96c3-14f5bf01391a::" providerId="AD" clId="Web-{851A80DF-AD6B-D210-DAE1-4DCD4F3225BE}" dt="2026-01-06T06:37:05.424" v="1092" actId="1076"/>
          <ac:picMkLst>
            <pc:docMk/>
            <pc:sldMk cId="1669874644" sldId="315"/>
            <ac:picMk id="4" creationId="{83985A2E-4516-7415-A420-3F8CC7C5ABBA}"/>
          </ac:picMkLst>
        </pc:picChg>
        <pc:picChg chg="del">
          <ac:chgData name="Guest User" userId="S::urn:spo:tenantanon#44e3cf94-19c9-4e32-96c3-14f5bf01391a::" providerId="AD" clId="Web-{851A80DF-AD6B-D210-DAE1-4DCD4F3225BE}" dt="2026-01-06T06:37:00.798" v="1090"/>
          <ac:picMkLst>
            <pc:docMk/>
            <pc:sldMk cId="1669874644" sldId="315"/>
            <ac:picMk id="11" creationId="{22BADC18-C495-6980-0F47-99DA1F71E473}"/>
          </ac:picMkLst>
        </pc:picChg>
      </pc:sldChg>
      <pc:sldChg chg="modSp">
        <pc:chgData name="Guest User" userId="S::urn:spo:tenantanon#44e3cf94-19c9-4e32-96c3-14f5bf01391a::" providerId="AD" clId="Web-{851A80DF-AD6B-D210-DAE1-4DCD4F3225BE}" dt="2026-01-06T05:58:32.828" v="1014" actId="20577"/>
        <pc:sldMkLst>
          <pc:docMk/>
          <pc:sldMk cId="1614554561" sldId="316"/>
        </pc:sldMkLst>
        <pc:spChg chg="mod">
          <ac:chgData name="Guest User" userId="S::urn:spo:tenantanon#44e3cf94-19c9-4e32-96c3-14f5bf01391a::" providerId="AD" clId="Web-{851A80DF-AD6B-D210-DAE1-4DCD4F3225BE}" dt="2026-01-06T05:58:28.328" v="1004" actId="20577"/>
          <ac:spMkLst>
            <pc:docMk/>
            <pc:sldMk cId="1614554561" sldId="316"/>
            <ac:spMk id="4" creationId="{B5D633C6-4DA9-92F5-0AAB-60265F537DEA}"/>
          </ac:spMkLst>
        </pc:spChg>
        <pc:spChg chg="mod">
          <ac:chgData name="Guest User" userId="S::urn:spo:tenantanon#44e3cf94-19c9-4e32-96c3-14f5bf01391a::" providerId="AD" clId="Web-{851A80DF-AD6B-D210-DAE1-4DCD4F3225BE}" dt="2026-01-06T05:58:32.828" v="1014" actId="20577"/>
          <ac:spMkLst>
            <pc:docMk/>
            <pc:sldMk cId="1614554561" sldId="316"/>
            <ac:spMk id="11" creationId="{1CC7D5C2-CEF3-8329-BC9C-10B973B8436A}"/>
          </ac:spMkLst>
        </pc:spChg>
        <pc:spChg chg="mod">
          <ac:chgData name="Guest User" userId="S::urn:spo:tenantanon#44e3cf94-19c9-4e32-96c3-14f5bf01391a::" providerId="AD" clId="Web-{851A80DF-AD6B-D210-DAE1-4DCD4F3225BE}" dt="2026-01-06T05:58:32.734" v="1013" actId="20577"/>
          <ac:spMkLst>
            <pc:docMk/>
            <pc:sldMk cId="1614554561" sldId="316"/>
            <ac:spMk id="30" creationId="{9F92BB31-197D-D76A-52E4-15119F0D2D33}"/>
          </ac:spMkLst>
        </pc:spChg>
      </pc:sldChg>
      <pc:sldChg chg="modSp">
        <pc:chgData name="Guest User" userId="S::urn:spo:tenantanon#44e3cf94-19c9-4e32-96c3-14f5bf01391a::" providerId="AD" clId="Web-{851A80DF-AD6B-D210-DAE1-4DCD4F3225BE}" dt="2026-01-06T06:13:51.023" v="1041" actId="20577"/>
        <pc:sldMkLst>
          <pc:docMk/>
          <pc:sldMk cId="2284884246" sldId="317"/>
        </pc:sldMkLst>
        <pc:spChg chg="mod">
          <ac:chgData name="Guest User" userId="S::urn:spo:tenantanon#44e3cf94-19c9-4e32-96c3-14f5bf01391a::" providerId="AD" clId="Web-{851A80DF-AD6B-D210-DAE1-4DCD4F3225BE}" dt="2026-01-06T06:13:51.023" v="1041" actId="20577"/>
          <ac:spMkLst>
            <pc:docMk/>
            <pc:sldMk cId="2284884246" sldId="317"/>
            <ac:spMk id="11" creationId="{896DDCF9-B28E-7845-2606-E801161F94E0}"/>
          </ac:spMkLst>
        </pc:spChg>
      </pc:sldChg>
      <pc:sldChg chg="addSp delSp modSp add replId">
        <pc:chgData name="Guest User" userId="S::urn:spo:tenantanon#44e3cf94-19c9-4e32-96c3-14f5bf01391a::" providerId="AD" clId="Web-{851A80DF-AD6B-D210-DAE1-4DCD4F3225BE}" dt="2026-01-06T06:37:45.659" v="1110" actId="20577"/>
        <pc:sldMkLst>
          <pc:docMk/>
          <pc:sldMk cId="1842059888" sldId="318"/>
        </pc:sldMkLst>
        <pc:spChg chg="mod">
          <ac:chgData name="Guest User" userId="S::urn:spo:tenantanon#44e3cf94-19c9-4e32-96c3-14f5bf01391a::" providerId="AD" clId="Web-{851A80DF-AD6B-D210-DAE1-4DCD4F3225BE}" dt="2026-01-06T05:18:09.137" v="755" actId="1076"/>
          <ac:spMkLst>
            <pc:docMk/>
            <pc:sldMk cId="1842059888" sldId="318"/>
            <ac:spMk id="3" creationId="{D46EEDBD-32A1-626E-1F00-7171EFAD427C}"/>
          </ac:spMkLst>
        </pc:spChg>
        <pc:spChg chg="add mod">
          <ac:chgData name="Guest User" userId="S::urn:spo:tenantanon#44e3cf94-19c9-4e32-96c3-14f5bf01391a::" providerId="AD" clId="Web-{851A80DF-AD6B-D210-DAE1-4DCD4F3225BE}" dt="2026-01-06T05:39:38.702" v="900" actId="20577"/>
          <ac:spMkLst>
            <pc:docMk/>
            <pc:sldMk cId="1842059888" sldId="318"/>
            <ac:spMk id="4" creationId="{058C6F83-30A1-46B9-7FEC-71DEF3F9EE6C}"/>
          </ac:spMkLst>
        </pc:spChg>
        <pc:spChg chg="add del">
          <ac:chgData name="Guest User" userId="S::urn:spo:tenantanon#44e3cf94-19c9-4e32-96c3-14f5bf01391a::" providerId="AD" clId="Web-{851A80DF-AD6B-D210-DAE1-4DCD4F3225BE}" dt="2026-01-06T05:18:21.435" v="760"/>
          <ac:spMkLst>
            <pc:docMk/>
            <pc:sldMk cId="1842059888" sldId="318"/>
            <ac:spMk id="5" creationId="{84B69EE7-03EE-C91D-623E-F58F4E476AE3}"/>
          </ac:spMkLst>
        </pc:spChg>
        <pc:spChg chg="add del mod">
          <ac:chgData name="Guest User" userId="S::urn:spo:tenantanon#44e3cf94-19c9-4e32-96c3-14f5bf01391a::" providerId="AD" clId="Web-{851A80DF-AD6B-D210-DAE1-4DCD4F3225BE}" dt="2026-01-06T05:37:48.914" v="875" actId="20577"/>
          <ac:spMkLst>
            <pc:docMk/>
            <pc:sldMk cId="1842059888" sldId="318"/>
            <ac:spMk id="28" creationId="{049126F4-9292-340B-A969-E80F3A51AC44}"/>
          </ac:spMkLst>
        </pc:spChg>
        <pc:spChg chg="mod">
          <ac:chgData name="Guest User" userId="S::urn:spo:tenantanon#44e3cf94-19c9-4e32-96c3-14f5bf01391a::" providerId="AD" clId="Web-{851A80DF-AD6B-D210-DAE1-4DCD4F3225BE}" dt="2026-01-06T05:35:18.165" v="864" actId="1076"/>
          <ac:spMkLst>
            <pc:docMk/>
            <pc:sldMk cId="1842059888" sldId="318"/>
            <ac:spMk id="30" creationId="{BB244A99-BF6E-5812-CA8B-C334345903C3}"/>
          </ac:spMkLst>
        </pc:spChg>
        <pc:spChg chg="mod">
          <ac:chgData name="Guest User" userId="S::urn:spo:tenantanon#44e3cf94-19c9-4e32-96c3-14f5bf01391a::" providerId="AD" clId="Web-{851A80DF-AD6B-D210-DAE1-4DCD4F3225BE}" dt="2026-01-06T05:38:01.696" v="878" actId="20577"/>
          <ac:spMkLst>
            <pc:docMk/>
            <pc:sldMk cId="1842059888" sldId="318"/>
            <ac:spMk id="32" creationId="{02CF1733-6219-D5B7-0736-BEDB13D62577}"/>
          </ac:spMkLst>
        </pc:spChg>
        <pc:spChg chg="mod">
          <ac:chgData name="Guest User" userId="S::urn:spo:tenantanon#44e3cf94-19c9-4e32-96c3-14f5bf01391a::" providerId="AD" clId="Web-{851A80DF-AD6B-D210-DAE1-4DCD4F3225BE}" dt="2026-01-06T05:17:59.323" v="752" actId="20577"/>
          <ac:spMkLst>
            <pc:docMk/>
            <pc:sldMk cId="1842059888" sldId="318"/>
            <ac:spMk id="39" creationId="{9405B7E4-D2CF-B47D-A3CF-D45A8961570B}"/>
          </ac:spMkLst>
        </pc:spChg>
        <pc:spChg chg="mod">
          <ac:chgData name="Guest User" userId="S::urn:spo:tenantanon#44e3cf94-19c9-4e32-96c3-14f5bf01391a::" providerId="AD" clId="Web-{851A80DF-AD6B-D210-DAE1-4DCD4F3225BE}" dt="2026-01-06T06:37:45.659" v="1110" actId="20577"/>
          <ac:spMkLst>
            <pc:docMk/>
            <pc:sldMk cId="1842059888" sldId="318"/>
            <ac:spMk id="40" creationId="{0F1B1FB2-0890-A861-9196-B69D895CBE27}"/>
          </ac:spMkLst>
        </pc:spChg>
      </pc:sldChg>
      <pc:sldChg chg="del">
        <pc:chgData name="Guest User" userId="S::urn:spo:tenantanon#44e3cf94-19c9-4e32-96c3-14f5bf01391a::" providerId="AD" clId="Web-{851A80DF-AD6B-D210-DAE1-4DCD4F3225BE}" dt="2026-01-06T06:31:35.210" v="1079"/>
        <pc:sldMkLst>
          <pc:docMk/>
          <pc:sldMk cId="604613074" sldId="319"/>
        </pc:sldMkLst>
      </pc:sldChg>
      <pc:sldChg chg="addSp delSp modSp add replId">
        <pc:chgData name="Guest User" userId="S::urn:spo:tenantanon#44e3cf94-19c9-4e32-96c3-14f5bf01391a::" providerId="AD" clId="Web-{851A80DF-AD6B-D210-DAE1-4DCD4F3225BE}" dt="2026-01-06T06:37:54.940" v="1116" actId="20577"/>
        <pc:sldMkLst>
          <pc:docMk/>
          <pc:sldMk cId="4071597053" sldId="320"/>
        </pc:sldMkLst>
        <pc:spChg chg="mod">
          <ac:chgData name="Guest User" userId="S::urn:spo:tenantanon#44e3cf94-19c9-4e32-96c3-14f5bf01391a::" providerId="AD" clId="Web-{851A80DF-AD6B-D210-DAE1-4DCD4F3225BE}" dt="2026-01-06T05:47:37.123" v="913" actId="1076"/>
          <ac:spMkLst>
            <pc:docMk/>
            <pc:sldMk cId="4071597053" sldId="320"/>
            <ac:spMk id="20" creationId="{3794139B-7D3B-2CE7-7A0E-0CC3ABFF606A}"/>
          </ac:spMkLst>
        </pc:spChg>
        <pc:spChg chg="mod">
          <ac:chgData name="Guest User" userId="S::urn:spo:tenantanon#44e3cf94-19c9-4e32-96c3-14f5bf01391a::" providerId="AD" clId="Web-{851A80DF-AD6B-D210-DAE1-4DCD4F3225BE}" dt="2026-01-06T05:48:03.217" v="916" actId="14100"/>
          <ac:spMkLst>
            <pc:docMk/>
            <pc:sldMk cId="4071597053" sldId="320"/>
            <ac:spMk id="24" creationId="{AA744736-92CC-8524-60C1-1C2F0C75F7FF}"/>
          </ac:spMkLst>
        </pc:spChg>
        <pc:spChg chg="mod">
          <ac:chgData name="Guest User" userId="S::urn:spo:tenantanon#44e3cf94-19c9-4e32-96c3-14f5bf01391a::" providerId="AD" clId="Web-{851A80DF-AD6B-D210-DAE1-4DCD4F3225BE}" dt="2026-01-06T06:37:54.940" v="1116" actId="20577"/>
          <ac:spMkLst>
            <pc:docMk/>
            <pc:sldMk cId="4071597053" sldId="320"/>
            <ac:spMk id="27" creationId="{F53FABC4-AC0A-4E8A-4A6C-7301410ABBAE}"/>
          </ac:spMkLst>
        </pc:spChg>
        <pc:spChg chg="mod">
          <ac:chgData name="Guest User" userId="S::urn:spo:tenantanon#44e3cf94-19c9-4e32-96c3-14f5bf01391a::" providerId="AD" clId="Web-{851A80DF-AD6B-D210-DAE1-4DCD4F3225BE}" dt="2026-01-06T06:14:04.727" v="1045" actId="1076"/>
          <ac:spMkLst>
            <pc:docMk/>
            <pc:sldMk cId="4071597053" sldId="320"/>
            <ac:spMk id="28" creationId="{E824ED94-AF85-09FE-67E0-5A7D09FA706C}"/>
          </ac:spMkLst>
        </pc:spChg>
        <pc:picChg chg="add mod">
          <ac:chgData name="Guest User" userId="S::urn:spo:tenantanon#44e3cf94-19c9-4e32-96c3-14f5bf01391a::" providerId="AD" clId="Web-{851A80DF-AD6B-D210-DAE1-4DCD4F3225BE}" dt="2026-01-06T06:17:09.312" v="1060"/>
          <ac:picMkLst>
            <pc:docMk/>
            <pc:sldMk cId="4071597053" sldId="320"/>
            <ac:picMk id="2" creationId="{979F4BDA-B7D8-ADFB-1289-215214002ED4}"/>
          </ac:picMkLst>
        </pc:picChg>
        <pc:picChg chg="del">
          <ac:chgData name="Guest User" userId="S::urn:spo:tenantanon#44e3cf94-19c9-4e32-96c3-14f5bf01391a::" providerId="AD" clId="Web-{851A80DF-AD6B-D210-DAE1-4DCD4F3225BE}" dt="2026-01-06T06:16:48.405" v="1054"/>
          <ac:picMkLst>
            <pc:docMk/>
            <pc:sldMk cId="4071597053" sldId="320"/>
            <ac:picMk id="19" creationId="{3EEDAF8B-4396-D4F7-0F85-AB0389CFF628}"/>
          </ac:picMkLst>
        </pc:picChg>
      </pc:sldChg>
      <pc:sldChg chg="addSp delSp modSp add del replId">
        <pc:chgData name="Guest User" userId="S::urn:spo:tenantanon#44e3cf94-19c9-4e32-96c3-14f5bf01391a::" providerId="AD" clId="Web-{851A80DF-AD6B-D210-DAE1-4DCD4F3225BE}" dt="2026-01-06T06:37:56.878" v="1119" actId="20577"/>
        <pc:sldMkLst>
          <pc:docMk/>
          <pc:sldMk cId="4253932907" sldId="321"/>
        </pc:sldMkLst>
        <pc:spChg chg="mod">
          <ac:chgData name="Guest User" userId="S::urn:spo:tenantanon#44e3cf94-19c9-4e32-96c3-14f5bf01391a::" providerId="AD" clId="Web-{851A80DF-AD6B-D210-DAE1-4DCD4F3225BE}" dt="2026-01-06T05:51:06.235" v="945" actId="20577"/>
          <ac:spMkLst>
            <pc:docMk/>
            <pc:sldMk cId="4253932907" sldId="321"/>
            <ac:spMk id="24" creationId="{C3A8749D-D4F3-EC11-4C9F-3C19B378521F}"/>
          </ac:spMkLst>
        </pc:spChg>
        <pc:spChg chg="mod">
          <ac:chgData name="Guest User" userId="S::urn:spo:tenantanon#44e3cf94-19c9-4e32-96c3-14f5bf01391a::" providerId="AD" clId="Web-{851A80DF-AD6B-D210-DAE1-4DCD4F3225BE}" dt="2026-01-06T06:37:56.878" v="1119" actId="20577"/>
          <ac:spMkLst>
            <pc:docMk/>
            <pc:sldMk cId="4253932907" sldId="321"/>
            <ac:spMk id="27" creationId="{1296AD59-D144-A72D-29EE-15DF90A98B12}"/>
          </ac:spMkLst>
        </pc:spChg>
        <pc:spChg chg="mod">
          <ac:chgData name="Guest User" userId="S::urn:spo:tenantanon#44e3cf94-19c9-4e32-96c3-14f5bf01391a::" providerId="AD" clId="Web-{851A80DF-AD6B-D210-DAE1-4DCD4F3225BE}" dt="2026-01-06T05:58:55.173" v="1018" actId="20577"/>
          <ac:spMkLst>
            <pc:docMk/>
            <pc:sldMk cId="4253932907" sldId="321"/>
            <ac:spMk id="28" creationId="{4F81C6F5-4175-C3A3-17D3-E68E37DAC384}"/>
          </ac:spMkLst>
        </pc:spChg>
        <pc:picChg chg="add">
          <ac:chgData name="Guest User" userId="S::urn:spo:tenantanon#44e3cf94-19c9-4e32-96c3-14f5bf01391a::" providerId="AD" clId="Web-{851A80DF-AD6B-D210-DAE1-4DCD4F3225BE}" dt="2026-01-06T06:17:25.063" v="1062"/>
          <ac:picMkLst>
            <pc:docMk/>
            <pc:sldMk cId="4253932907" sldId="321"/>
            <ac:picMk id="3" creationId="{99E65107-193E-DF21-2E51-E0D236FA6A14}"/>
          </ac:picMkLst>
        </pc:picChg>
        <pc:picChg chg="del">
          <ac:chgData name="Guest User" userId="S::urn:spo:tenantanon#44e3cf94-19c9-4e32-96c3-14f5bf01391a::" providerId="AD" clId="Web-{851A80DF-AD6B-D210-DAE1-4DCD4F3225BE}" dt="2026-01-06T06:17:23.563" v="1061"/>
          <ac:picMkLst>
            <pc:docMk/>
            <pc:sldMk cId="4253932907" sldId="321"/>
            <ac:picMk id="19" creationId="{8A7FD45F-2F80-53F7-9F47-EBE3C958FF06}"/>
          </ac:picMkLst>
        </pc:picChg>
      </pc:sldChg>
      <pc:sldChg chg="modSp add del">
        <pc:chgData name="Guest User" userId="S::urn:spo:tenantanon#44e3cf94-19c9-4e32-96c3-14f5bf01391a::" providerId="AD" clId="Web-{851A80DF-AD6B-D210-DAE1-4DCD4F3225BE}" dt="2026-01-06T06:38:03.987" v="1122" actId="20577"/>
        <pc:sldMkLst>
          <pc:docMk/>
          <pc:sldMk cId="2206120367" sldId="322"/>
        </pc:sldMkLst>
        <pc:spChg chg="mod">
          <ac:chgData name="Guest User" userId="S::urn:spo:tenantanon#44e3cf94-19c9-4e32-96c3-14f5bf01391a::" providerId="AD" clId="Web-{851A80DF-AD6B-D210-DAE1-4DCD4F3225BE}" dt="2026-01-06T06:38:03.987" v="1122" actId="20577"/>
          <ac:spMkLst>
            <pc:docMk/>
            <pc:sldMk cId="2206120367" sldId="322"/>
            <ac:spMk id="43" creationId="{4713AD63-05E5-A814-4332-503A3AB27748}"/>
          </ac:spMkLst>
        </pc:spChg>
      </pc:sldChg>
      <pc:sldChg chg="add del replId">
        <pc:chgData name="Guest User" userId="S::urn:spo:tenantanon#44e3cf94-19c9-4e32-96c3-14f5bf01391a::" providerId="AD" clId="Web-{851A80DF-AD6B-D210-DAE1-4DCD4F3225BE}" dt="2026-01-06T05:58:06.108" v="994"/>
        <pc:sldMkLst>
          <pc:docMk/>
          <pc:sldMk cId="3265071529" sldId="322"/>
        </pc:sldMkLst>
      </pc:sldChg>
      <pc:sldChg chg="modSp add">
        <pc:chgData name="Guest User" userId="S::urn:spo:tenantanon#44e3cf94-19c9-4e32-96c3-14f5bf01391a::" providerId="AD" clId="Web-{851A80DF-AD6B-D210-DAE1-4DCD4F3225BE}" dt="2026-01-06T06:38:14.331" v="1125" actId="20577"/>
        <pc:sldMkLst>
          <pc:docMk/>
          <pc:sldMk cId="3351688710" sldId="323"/>
        </pc:sldMkLst>
        <pc:spChg chg="mod">
          <ac:chgData name="Guest User" userId="S::urn:spo:tenantanon#44e3cf94-19c9-4e32-96c3-14f5bf01391a::" providerId="AD" clId="Web-{851A80DF-AD6B-D210-DAE1-4DCD4F3225BE}" dt="2026-01-06T06:38:14.331" v="1125" actId="20577"/>
          <ac:spMkLst>
            <pc:docMk/>
            <pc:sldMk cId="3351688710" sldId="323"/>
            <ac:spMk id="43" creationId="{191F58FE-3E88-C2AD-98B7-0FE354107E4C}"/>
          </ac:spMkLst>
        </pc:spChg>
      </pc:sldChg>
      <pc:sldChg chg="add del replId">
        <pc:chgData name="Guest User" userId="S::urn:spo:tenantanon#44e3cf94-19c9-4e32-96c3-14f5bf01391a::" providerId="AD" clId="Web-{851A80DF-AD6B-D210-DAE1-4DCD4F3225BE}" dt="2026-01-06T05:58:05.405" v="993"/>
        <pc:sldMkLst>
          <pc:docMk/>
          <pc:sldMk cId="4182525078" sldId="323"/>
        </pc:sldMkLst>
      </pc:sldChg>
      <pc:sldChg chg="addSp delSp modSp add del replId">
        <pc:chgData name="Guest User" userId="S::urn:spo:tenantanon#44e3cf94-19c9-4e32-96c3-14f5bf01391a::" providerId="AD" clId="Web-{851A80DF-AD6B-D210-DAE1-4DCD4F3225BE}" dt="2026-01-06T06:37:49.018" v="1113" actId="20577"/>
        <pc:sldMkLst>
          <pc:docMk/>
          <pc:sldMk cId="1130499599" sldId="324"/>
        </pc:sldMkLst>
        <pc:spChg chg="mod">
          <ac:chgData name="Guest User" userId="S::urn:spo:tenantanon#44e3cf94-19c9-4e32-96c3-14f5bf01391a::" providerId="AD" clId="Web-{851A80DF-AD6B-D210-DAE1-4DCD4F3225BE}" dt="2026-01-06T06:37:49.018" v="1113" actId="20577"/>
          <ac:spMkLst>
            <pc:docMk/>
            <pc:sldMk cId="1130499599" sldId="324"/>
            <ac:spMk id="10" creationId="{AEAE22C2-3EA4-32FC-29F7-C00CD9757E84}"/>
          </ac:spMkLst>
        </pc:spChg>
        <pc:picChg chg="add mod">
          <ac:chgData name="Guest User" userId="S::urn:spo:tenantanon#44e3cf94-19c9-4e32-96c3-14f5bf01391a::" providerId="AD" clId="Web-{851A80DF-AD6B-D210-DAE1-4DCD4F3225BE}" dt="2026-01-06T06:18:57.612" v="1073" actId="1076"/>
          <ac:picMkLst>
            <pc:docMk/>
            <pc:sldMk cId="1130499599" sldId="324"/>
            <ac:picMk id="3" creationId="{9A021AC0-BAB5-BA5B-732D-C744203A3C5F}"/>
          </ac:picMkLst>
        </pc:picChg>
        <pc:picChg chg="del">
          <ac:chgData name="Guest User" userId="S::urn:spo:tenantanon#44e3cf94-19c9-4e32-96c3-14f5bf01391a::" providerId="AD" clId="Web-{851A80DF-AD6B-D210-DAE1-4DCD4F3225BE}" dt="2026-01-06T06:18:44.971" v="1069"/>
          <ac:picMkLst>
            <pc:docMk/>
            <pc:sldMk cId="1130499599" sldId="324"/>
            <ac:picMk id="11" creationId="{7A35730F-D2CE-83C0-D6B9-F73AD90A413F}"/>
          </ac:picMkLst>
        </pc:picChg>
      </pc:sldChg>
    </pc:docChg>
  </pc:docChgLst>
  <pc:docChgLst>
    <pc:chgData name="Guest User" userId="S::urn:spo:tenantanon#44e3cf94-19c9-4e32-96c3-14f5bf01391a::" providerId="AD" clId="Web-{E0B0B493-1A9C-053E-270C-1E6EB861A13F}"/>
    <pc:docChg chg="addSld delSld modSld">
      <pc:chgData name="Guest User" userId="S::urn:spo:tenantanon#44e3cf94-19c9-4e32-96c3-14f5bf01391a::" providerId="AD" clId="Web-{E0B0B493-1A9C-053E-270C-1E6EB861A13F}" dt="2026-01-05T19:12:09.457" v="309"/>
      <pc:docMkLst>
        <pc:docMk/>
      </pc:docMkLst>
      <pc:sldChg chg="add replId">
        <pc:chgData name="Guest User" userId="S::urn:spo:tenantanon#44e3cf94-19c9-4e32-96c3-14f5bf01391a::" providerId="AD" clId="Web-{E0B0B493-1A9C-053E-270C-1E6EB861A13F}" dt="2026-01-05T13:22:33.545" v="0"/>
        <pc:sldMkLst>
          <pc:docMk/>
          <pc:sldMk cId="3558398151" sldId="276"/>
        </pc:sldMkLst>
      </pc:sldChg>
      <pc:sldChg chg="delSp modSp add replId">
        <pc:chgData name="Guest User" userId="S::urn:spo:tenantanon#44e3cf94-19c9-4e32-96c3-14f5bf01391a::" providerId="AD" clId="Web-{E0B0B493-1A9C-053E-270C-1E6EB861A13F}" dt="2026-01-05T14:55:39.837" v="156" actId="1076"/>
        <pc:sldMkLst>
          <pc:docMk/>
          <pc:sldMk cId="1151234438" sldId="277"/>
        </pc:sldMkLst>
        <pc:spChg chg="mod">
          <ac:chgData name="Guest User" userId="S::urn:spo:tenantanon#44e3cf94-19c9-4e32-96c3-14f5bf01391a::" providerId="AD" clId="Web-{E0B0B493-1A9C-053E-270C-1E6EB861A13F}" dt="2026-01-05T14:55:39.837" v="156" actId="1076"/>
          <ac:spMkLst>
            <pc:docMk/>
            <pc:sldMk cId="1151234438" sldId="277"/>
            <ac:spMk id="4" creationId="{1217FDD7-04ED-9B38-93CE-153F8DE02B3B}"/>
          </ac:spMkLst>
        </pc:spChg>
        <pc:spChg chg="del">
          <ac:chgData name="Guest User" userId="S::urn:spo:tenantanon#44e3cf94-19c9-4e32-96c3-14f5bf01391a::" providerId="AD" clId="Web-{E0B0B493-1A9C-053E-270C-1E6EB861A13F}" dt="2026-01-05T14:55:32.477" v="154"/>
          <ac:spMkLst>
            <pc:docMk/>
            <pc:sldMk cId="1151234438" sldId="277"/>
            <ac:spMk id="5" creationId="{1500E4EE-34EE-8FBD-6FA7-CE1284B87D60}"/>
          </ac:spMkLst>
        </pc:spChg>
        <pc:spChg chg="del">
          <ac:chgData name="Guest User" userId="S::urn:spo:tenantanon#44e3cf94-19c9-4e32-96c3-14f5bf01391a::" providerId="AD" clId="Web-{E0B0B493-1A9C-053E-270C-1E6EB861A13F}" dt="2026-01-05T14:55:32.477" v="153"/>
          <ac:spMkLst>
            <pc:docMk/>
            <pc:sldMk cId="1151234438" sldId="277"/>
            <ac:spMk id="6" creationId="{4ECE14DE-AAF7-9A00-C4D6-C7BEEA79E642}"/>
          </ac:spMkLst>
        </pc:spChg>
        <pc:spChg chg="del mod">
          <ac:chgData name="Guest User" userId="S::urn:spo:tenantanon#44e3cf94-19c9-4e32-96c3-14f5bf01391a::" providerId="AD" clId="Web-{E0B0B493-1A9C-053E-270C-1E6EB861A13F}" dt="2026-01-05T14:55:32.477" v="152"/>
          <ac:spMkLst>
            <pc:docMk/>
            <pc:sldMk cId="1151234438" sldId="277"/>
            <ac:spMk id="7" creationId="{B86794D8-CA23-30B4-0C4A-246E2184B380}"/>
          </ac:spMkLst>
        </pc:spChg>
        <pc:spChg chg="del">
          <ac:chgData name="Guest User" userId="S::urn:spo:tenantanon#44e3cf94-19c9-4e32-96c3-14f5bf01391a::" providerId="AD" clId="Web-{E0B0B493-1A9C-053E-270C-1E6EB861A13F}" dt="2026-01-05T14:55:32.477" v="151"/>
          <ac:spMkLst>
            <pc:docMk/>
            <pc:sldMk cId="1151234438" sldId="277"/>
            <ac:spMk id="8" creationId="{BA375EF1-99AD-38A8-575D-C77D3B324ECC}"/>
          </ac:spMkLst>
        </pc:spChg>
        <pc:spChg chg="del">
          <ac:chgData name="Guest User" userId="S::urn:spo:tenantanon#44e3cf94-19c9-4e32-96c3-14f5bf01391a::" providerId="AD" clId="Web-{E0B0B493-1A9C-053E-270C-1E6EB861A13F}" dt="2026-01-05T14:55:32.477" v="150"/>
          <ac:spMkLst>
            <pc:docMk/>
            <pc:sldMk cId="1151234438" sldId="277"/>
            <ac:spMk id="9" creationId="{CD773BDF-8B81-EF27-1C27-CCE59EA3FE0B}"/>
          </ac:spMkLst>
        </pc:spChg>
        <pc:spChg chg="del">
          <ac:chgData name="Guest User" userId="S::urn:spo:tenantanon#44e3cf94-19c9-4e32-96c3-14f5bf01391a::" providerId="AD" clId="Web-{E0B0B493-1A9C-053E-270C-1E6EB861A13F}" dt="2026-01-05T14:55:32.477" v="149"/>
          <ac:spMkLst>
            <pc:docMk/>
            <pc:sldMk cId="1151234438" sldId="277"/>
            <ac:spMk id="10" creationId="{D2EA5317-2039-0A35-9C1C-7825CEE3662F}"/>
          </ac:spMkLst>
        </pc:spChg>
        <pc:spChg chg="mod">
          <ac:chgData name="Guest User" userId="S::urn:spo:tenantanon#44e3cf94-19c9-4e32-96c3-14f5bf01391a::" providerId="AD" clId="Web-{E0B0B493-1A9C-053E-270C-1E6EB861A13F}" dt="2026-01-05T14:53:10.049" v="142" actId="20577"/>
          <ac:spMkLst>
            <pc:docMk/>
            <pc:sldMk cId="1151234438" sldId="277"/>
            <ac:spMk id="12" creationId="{0E3BA832-BAF6-741B-500D-4DA2920DEF00}"/>
          </ac:spMkLst>
        </pc:spChg>
        <pc:spChg chg="mod">
          <ac:chgData name="Guest User" userId="S::urn:spo:tenantanon#44e3cf94-19c9-4e32-96c3-14f5bf01391a::" providerId="AD" clId="Web-{E0B0B493-1A9C-053E-270C-1E6EB861A13F}" dt="2026-01-05T14:53:18.112" v="143" actId="20577"/>
          <ac:spMkLst>
            <pc:docMk/>
            <pc:sldMk cId="1151234438" sldId="277"/>
            <ac:spMk id="13" creationId="{16C308EA-E52F-08D0-DD8A-DC5186E5992A}"/>
          </ac:spMkLst>
        </pc:spChg>
        <pc:spChg chg="mod">
          <ac:chgData name="Guest User" userId="S::urn:spo:tenantanon#44e3cf94-19c9-4e32-96c3-14f5bf01391a::" providerId="AD" clId="Web-{E0B0B493-1A9C-053E-270C-1E6EB861A13F}" dt="2026-01-05T14:53:28.159" v="144" actId="20577"/>
          <ac:spMkLst>
            <pc:docMk/>
            <pc:sldMk cId="1151234438" sldId="277"/>
            <ac:spMk id="25" creationId="{2050BCA2-033E-5844-DA32-31239B6E7BB0}"/>
          </ac:spMkLst>
        </pc:spChg>
      </pc:sldChg>
      <pc:sldChg chg="modSp add replId">
        <pc:chgData name="Guest User" userId="S::urn:spo:tenantanon#44e3cf94-19c9-4e32-96c3-14f5bf01391a::" providerId="AD" clId="Web-{E0B0B493-1A9C-053E-270C-1E6EB861A13F}" dt="2026-01-05T15:15:36.938" v="159" actId="1076"/>
        <pc:sldMkLst>
          <pc:docMk/>
          <pc:sldMk cId="1930166801" sldId="278"/>
        </pc:sldMkLst>
        <pc:spChg chg="mod">
          <ac:chgData name="Guest User" userId="S::urn:spo:tenantanon#44e3cf94-19c9-4e32-96c3-14f5bf01391a::" providerId="AD" clId="Web-{E0B0B493-1A9C-053E-270C-1E6EB861A13F}" dt="2026-01-05T15:15:36.938" v="159" actId="1076"/>
          <ac:spMkLst>
            <pc:docMk/>
            <pc:sldMk cId="1930166801" sldId="278"/>
            <ac:spMk id="3" creationId="{639D6633-E35B-8A23-D6FE-AB02932FB687}"/>
          </ac:spMkLst>
        </pc:spChg>
        <pc:spChg chg="mod">
          <ac:chgData name="Guest User" userId="S::urn:spo:tenantanon#44e3cf94-19c9-4e32-96c3-14f5bf01391a::" providerId="AD" clId="Web-{E0B0B493-1A9C-053E-270C-1E6EB861A13F}" dt="2026-01-05T14:42:18.763" v="114" actId="20577"/>
          <ac:spMkLst>
            <pc:docMk/>
            <pc:sldMk cId="1930166801" sldId="278"/>
            <ac:spMk id="6" creationId="{2FCD03F8-B790-1371-AEAC-F383B79DE0D7}"/>
          </ac:spMkLst>
        </pc:spChg>
        <pc:spChg chg="mod">
          <ac:chgData name="Guest User" userId="S::urn:spo:tenantanon#44e3cf94-19c9-4e32-96c3-14f5bf01391a::" providerId="AD" clId="Web-{E0B0B493-1A9C-053E-270C-1E6EB861A13F}" dt="2026-01-05T15:15:34.344" v="157" actId="1076"/>
          <ac:spMkLst>
            <pc:docMk/>
            <pc:sldMk cId="1930166801" sldId="278"/>
            <ac:spMk id="7" creationId="{D5A2FE30-19DF-2339-F5E6-6E91BE1C4322}"/>
          </ac:spMkLst>
        </pc:spChg>
        <pc:spChg chg="mod">
          <ac:chgData name="Guest User" userId="S::urn:spo:tenantanon#44e3cf94-19c9-4e32-96c3-14f5bf01391a::" providerId="AD" clId="Web-{E0B0B493-1A9C-053E-270C-1E6EB861A13F}" dt="2026-01-05T13:36:14.373" v="57" actId="20577"/>
          <ac:spMkLst>
            <pc:docMk/>
            <pc:sldMk cId="1930166801" sldId="278"/>
            <ac:spMk id="8" creationId="{57247376-DEB9-6F2A-8DC8-8F052DB65ADD}"/>
          </ac:spMkLst>
        </pc:spChg>
      </pc:sldChg>
      <pc:sldChg chg="add del replId">
        <pc:chgData name="Guest User" userId="S::urn:spo:tenantanon#44e3cf94-19c9-4e32-96c3-14f5bf01391a::" providerId="AD" clId="Web-{E0B0B493-1A9C-053E-270C-1E6EB861A13F}" dt="2026-01-05T13:25:23.256" v="40"/>
        <pc:sldMkLst>
          <pc:docMk/>
          <pc:sldMk cId="2119187548" sldId="279"/>
        </pc:sldMkLst>
      </pc:sldChg>
      <pc:sldChg chg="add del replId">
        <pc:chgData name="Guest User" userId="S::urn:spo:tenantanon#44e3cf94-19c9-4e32-96c3-14f5bf01391a::" providerId="AD" clId="Web-{E0B0B493-1A9C-053E-270C-1E6EB861A13F}" dt="2026-01-05T13:24:31.018" v="35"/>
        <pc:sldMkLst>
          <pc:docMk/>
          <pc:sldMk cId="4095025551" sldId="279"/>
        </pc:sldMkLst>
      </pc:sldChg>
      <pc:sldChg chg="add replId">
        <pc:chgData name="Guest User" userId="S::urn:spo:tenantanon#44e3cf94-19c9-4e32-96c3-14f5bf01391a::" providerId="AD" clId="Web-{E0B0B493-1A9C-053E-270C-1E6EB861A13F}" dt="2026-01-05T13:25:07.675" v="37"/>
        <pc:sldMkLst>
          <pc:docMk/>
          <pc:sldMk cId="2283516891" sldId="280"/>
        </pc:sldMkLst>
      </pc:sldChg>
      <pc:sldChg chg="add del replId">
        <pc:chgData name="Guest User" userId="S::urn:spo:tenantanon#44e3cf94-19c9-4e32-96c3-14f5bf01391a::" providerId="AD" clId="Web-{E0B0B493-1A9C-053E-270C-1E6EB861A13F}" dt="2026-01-05T13:24:28.159" v="34"/>
        <pc:sldMkLst>
          <pc:docMk/>
          <pc:sldMk cId="3299982939" sldId="280"/>
        </pc:sldMkLst>
      </pc:sldChg>
      <pc:sldChg chg="add replId">
        <pc:chgData name="Guest User" userId="S::urn:spo:tenantanon#44e3cf94-19c9-4e32-96c3-14f5bf01391a::" providerId="AD" clId="Web-{E0B0B493-1A9C-053E-270C-1E6EB861A13F}" dt="2026-01-05T13:25:07.863" v="38"/>
        <pc:sldMkLst>
          <pc:docMk/>
          <pc:sldMk cId="2518622002" sldId="281"/>
        </pc:sldMkLst>
      </pc:sldChg>
      <pc:sldChg chg="add del replId">
        <pc:chgData name="Guest User" userId="S::urn:spo:tenantanon#44e3cf94-19c9-4e32-96c3-14f5bf01391a::" providerId="AD" clId="Web-{E0B0B493-1A9C-053E-270C-1E6EB861A13F}" dt="2026-01-05T13:24:16.330" v="33"/>
        <pc:sldMkLst>
          <pc:docMk/>
          <pc:sldMk cId="3581618926" sldId="281"/>
        </pc:sldMkLst>
      </pc:sldChg>
      <pc:sldChg chg="add replId">
        <pc:chgData name="Guest User" userId="S::urn:spo:tenantanon#44e3cf94-19c9-4e32-96c3-14f5bf01391a::" providerId="AD" clId="Web-{E0B0B493-1A9C-053E-270C-1E6EB861A13F}" dt="2026-01-05T13:25:07.988" v="39"/>
        <pc:sldMkLst>
          <pc:docMk/>
          <pc:sldMk cId="2053428743" sldId="282"/>
        </pc:sldMkLst>
      </pc:sldChg>
      <pc:sldChg chg="add replId">
        <pc:chgData name="Guest User" userId="S::urn:spo:tenantanon#44e3cf94-19c9-4e32-96c3-14f5bf01391a::" providerId="AD" clId="Web-{E0B0B493-1A9C-053E-270C-1E6EB861A13F}" dt="2026-01-05T13:25:48.103" v="41"/>
        <pc:sldMkLst>
          <pc:docMk/>
          <pc:sldMk cId="2219420885" sldId="283"/>
        </pc:sldMkLst>
      </pc:sldChg>
      <pc:sldChg chg="add replId">
        <pc:chgData name="Guest User" userId="S::urn:spo:tenantanon#44e3cf94-19c9-4e32-96c3-14f5bf01391a::" providerId="AD" clId="Web-{E0B0B493-1A9C-053E-270C-1E6EB861A13F}" dt="2026-01-05T13:25:48.291" v="42"/>
        <pc:sldMkLst>
          <pc:docMk/>
          <pc:sldMk cId="1374582881" sldId="284"/>
        </pc:sldMkLst>
      </pc:sldChg>
      <pc:sldChg chg="add replId">
        <pc:chgData name="Guest User" userId="S::urn:spo:tenantanon#44e3cf94-19c9-4e32-96c3-14f5bf01391a::" providerId="AD" clId="Web-{E0B0B493-1A9C-053E-270C-1E6EB861A13F}" dt="2026-01-05T13:25:48.416" v="43"/>
        <pc:sldMkLst>
          <pc:docMk/>
          <pc:sldMk cId="3639506556" sldId="285"/>
        </pc:sldMkLst>
      </pc:sldChg>
      <pc:sldChg chg="add replId">
        <pc:chgData name="Guest User" userId="S::urn:spo:tenantanon#44e3cf94-19c9-4e32-96c3-14f5bf01391a::" providerId="AD" clId="Web-{E0B0B493-1A9C-053E-270C-1E6EB861A13F}" dt="2026-01-05T13:25:48.525" v="44"/>
        <pc:sldMkLst>
          <pc:docMk/>
          <pc:sldMk cId="3043900920" sldId="286"/>
        </pc:sldMkLst>
      </pc:sldChg>
      <pc:sldChg chg="add del replId">
        <pc:chgData name="Guest User" userId="S::urn:spo:tenantanon#44e3cf94-19c9-4e32-96c3-14f5bf01391a::" providerId="AD" clId="Web-{E0B0B493-1A9C-053E-270C-1E6EB861A13F}" dt="2026-01-05T17:30:55.050" v="163"/>
        <pc:sldMkLst>
          <pc:docMk/>
          <pc:sldMk cId="3885196830" sldId="299"/>
        </pc:sldMkLst>
      </pc:sldChg>
      <pc:sldChg chg="new del">
        <pc:chgData name="Guest User" userId="S::urn:spo:tenantanon#44e3cf94-19c9-4e32-96c3-14f5bf01391a::" providerId="AD" clId="Web-{E0B0B493-1A9C-053E-270C-1E6EB861A13F}" dt="2026-01-05T17:32:49.776" v="197"/>
        <pc:sldMkLst>
          <pc:docMk/>
          <pc:sldMk cId="4171420610" sldId="300"/>
        </pc:sldMkLst>
      </pc:sldChg>
      <pc:sldChg chg="delSp modSp add replId">
        <pc:chgData name="Guest User" userId="S::urn:spo:tenantanon#44e3cf94-19c9-4e32-96c3-14f5bf01391a::" providerId="AD" clId="Web-{E0B0B493-1A9C-053E-270C-1E6EB861A13F}" dt="2026-01-05T19:10:05.344" v="308" actId="20577"/>
        <pc:sldMkLst>
          <pc:docMk/>
          <pc:sldMk cId="3207891637" sldId="301"/>
        </pc:sldMkLst>
        <pc:spChg chg="mod">
          <ac:chgData name="Guest User" userId="S::urn:spo:tenantanon#44e3cf94-19c9-4e32-96c3-14f5bf01391a::" providerId="AD" clId="Web-{E0B0B493-1A9C-053E-270C-1E6EB861A13F}" dt="2026-01-05T19:05:23.240" v="276" actId="20577"/>
          <ac:spMkLst>
            <pc:docMk/>
            <pc:sldMk cId="3207891637" sldId="301"/>
            <ac:spMk id="11" creationId="{61B31BD0-DECE-2F29-5177-7879BA291801}"/>
          </ac:spMkLst>
        </pc:spChg>
        <pc:spChg chg="mod">
          <ac:chgData name="Guest User" userId="S::urn:spo:tenantanon#44e3cf94-19c9-4e32-96c3-14f5bf01391a::" providerId="AD" clId="Web-{E0B0B493-1A9C-053E-270C-1E6EB861A13F}" dt="2026-01-05T19:05:20.052" v="275" actId="1076"/>
          <ac:spMkLst>
            <pc:docMk/>
            <pc:sldMk cId="3207891637" sldId="301"/>
            <ac:spMk id="12" creationId="{E31BE118-F80E-BD38-7E3D-E7BA6610842A}"/>
          </ac:spMkLst>
        </pc:spChg>
        <pc:spChg chg="mod">
          <ac:chgData name="Guest User" userId="S::urn:spo:tenantanon#44e3cf94-19c9-4e32-96c3-14f5bf01391a::" providerId="AD" clId="Web-{E0B0B493-1A9C-053E-270C-1E6EB861A13F}" dt="2026-01-05T19:09:55.110" v="307" actId="14100"/>
          <ac:spMkLst>
            <pc:docMk/>
            <pc:sldMk cId="3207891637" sldId="301"/>
            <ac:spMk id="14" creationId="{67ACA8D2-3C55-4AB2-2233-6603A165ACFB}"/>
          </ac:spMkLst>
        </pc:spChg>
        <pc:spChg chg="mod">
          <ac:chgData name="Guest User" userId="S::urn:spo:tenantanon#44e3cf94-19c9-4e32-96c3-14f5bf01391a::" providerId="AD" clId="Web-{E0B0B493-1A9C-053E-270C-1E6EB861A13F}" dt="2026-01-05T19:10:05.344" v="308" actId="20577"/>
          <ac:spMkLst>
            <pc:docMk/>
            <pc:sldMk cId="3207891637" sldId="301"/>
            <ac:spMk id="16" creationId="{06FFD2EF-DB0D-6BE9-6EC4-E355112CD047}"/>
          </ac:spMkLst>
        </pc:spChg>
        <pc:spChg chg="del">
          <ac:chgData name="Guest User" userId="S::urn:spo:tenantanon#44e3cf94-19c9-4e32-96c3-14f5bf01391a::" providerId="AD" clId="Web-{E0B0B493-1A9C-053E-270C-1E6EB861A13F}" dt="2026-01-05T19:02:11.805" v="261"/>
          <ac:spMkLst>
            <pc:docMk/>
            <pc:sldMk cId="3207891637" sldId="301"/>
            <ac:spMk id="19" creationId="{631EB837-B4FE-4B69-243C-C21FECC42CDF}"/>
          </ac:spMkLst>
        </pc:spChg>
        <pc:spChg chg="mod">
          <ac:chgData name="Guest User" userId="S::urn:spo:tenantanon#44e3cf94-19c9-4e32-96c3-14f5bf01391a::" providerId="AD" clId="Web-{E0B0B493-1A9C-053E-270C-1E6EB861A13F}" dt="2026-01-05T17:31:45.194" v="184" actId="1076"/>
          <ac:spMkLst>
            <pc:docMk/>
            <pc:sldMk cId="3207891637" sldId="301"/>
            <ac:spMk id="37" creationId="{3A81DEDE-4D40-479B-0D3C-E02EB848F3A4}"/>
          </ac:spMkLst>
        </pc:spChg>
      </pc:sldChg>
      <pc:sldChg chg="modSp add replId">
        <pc:chgData name="Guest User" userId="S::urn:spo:tenantanon#44e3cf94-19c9-4e32-96c3-14f5bf01391a::" providerId="AD" clId="Web-{E0B0B493-1A9C-053E-270C-1E6EB861A13F}" dt="2026-01-05T17:34:52.203" v="206" actId="14100"/>
        <pc:sldMkLst>
          <pc:docMk/>
          <pc:sldMk cId="2953245918" sldId="302"/>
        </pc:sldMkLst>
        <pc:spChg chg="mod">
          <ac:chgData name="Guest User" userId="S::urn:spo:tenantanon#44e3cf94-19c9-4e32-96c3-14f5bf01391a::" providerId="AD" clId="Web-{E0B0B493-1A9C-053E-270C-1E6EB861A13F}" dt="2026-01-05T17:33:38.450" v="201" actId="20577"/>
          <ac:spMkLst>
            <pc:docMk/>
            <pc:sldMk cId="2953245918" sldId="302"/>
            <ac:spMk id="37" creationId="{DED3DE5D-6813-254F-0266-DC6019164D54}"/>
          </ac:spMkLst>
        </pc:spChg>
        <pc:picChg chg="mod modCrop">
          <ac:chgData name="Guest User" userId="S::urn:spo:tenantanon#44e3cf94-19c9-4e32-96c3-14f5bf01391a::" providerId="AD" clId="Web-{E0B0B493-1A9C-053E-270C-1E6EB861A13F}" dt="2026-01-05T17:34:52.203" v="206" actId="14100"/>
          <ac:picMkLst>
            <pc:docMk/>
            <pc:sldMk cId="2953245918" sldId="302"/>
            <ac:picMk id="31" creationId="{27060F77-3559-053E-29E1-07BFF3FF2B3B}"/>
          </ac:picMkLst>
        </pc:picChg>
      </pc:sldChg>
      <pc:sldChg chg="add del replId">
        <pc:chgData name="Guest User" userId="S::urn:spo:tenantanon#44e3cf94-19c9-4e32-96c3-14f5bf01391a::" providerId="AD" clId="Web-{E0B0B493-1A9C-053E-270C-1E6EB861A13F}" dt="2026-01-05T17:33:20.184" v="200"/>
        <pc:sldMkLst>
          <pc:docMk/>
          <pc:sldMk cId="1878500000" sldId="303"/>
        </pc:sldMkLst>
      </pc:sldChg>
      <pc:sldChg chg="addSp delSp modSp add replId">
        <pc:chgData name="Guest User" userId="S::urn:spo:tenantanon#44e3cf94-19c9-4e32-96c3-14f5bf01391a::" providerId="AD" clId="Web-{E0B0B493-1A9C-053E-270C-1E6EB861A13F}" dt="2026-01-05T18:25:41.948" v="256" actId="1076"/>
        <pc:sldMkLst>
          <pc:docMk/>
          <pc:sldMk cId="2133016679" sldId="303"/>
        </pc:sldMkLst>
        <pc:spChg chg="mod">
          <ac:chgData name="Guest User" userId="S::urn:spo:tenantanon#44e3cf94-19c9-4e32-96c3-14f5bf01391a::" providerId="AD" clId="Web-{E0B0B493-1A9C-053E-270C-1E6EB861A13F}" dt="2026-01-05T17:36:39.676" v="238" actId="1076"/>
          <ac:spMkLst>
            <pc:docMk/>
            <pc:sldMk cId="2133016679" sldId="303"/>
            <ac:spMk id="3" creationId="{EC16E05E-E979-33E9-6129-EE35ADA00767}"/>
          </ac:spMkLst>
        </pc:spChg>
        <pc:spChg chg="del">
          <ac:chgData name="Guest User" userId="S::urn:spo:tenantanon#44e3cf94-19c9-4e32-96c3-14f5bf01391a::" providerId="AD" clId="Web-{E0B0B493-1A9C-053E-270C-1E6EB861A13F}" dt="2026-01-05T17:36:16.347" v="229"/>
          <ac:spMkLst>
            <pc:docMk/>
            <pc:sldMk cId="2133016679" sldId="303"/>
            <ac:spMk id="4" creationId="{0A4A8EF0-E656-5AE9-8D74-5D8A7D69DB46}"/>
          </ac:spMkLst>
        </pc:spChg>
        <pc:spChg chg="del">
          <ac:chgData name="Guest User" userId="S::urn:spo:tenantanon#44e3cf94-19c9-4e32-96c3-14f5bf01391a::" providerId="AD" clId="Web-{E0B0B493-1A9C-053E-270C-1E6EB861A13F}" dt="2026-01-05T17:36:14.769" v="228"/>
          <ac:spMkLst>
            <pc:docMk/>
            <pc:sldMk cId="2133016679" sldId="303"/>
            <ac:spMk id="5" creationId="{6DDC7CB4-88D1-E26C-106C-CDFAF588ED0A}"/>
          </ac:spMkLst>
        </pc:spChg>
        <pc:spChg chg="mod">
          <ac:chgData name="Guest User" userId="S::urn:spo:tenantanon#44e3cf94-19c9-4e32-96c3-14f5bf01391a::" providerId="AD" clId="Web-{E0B0B493-1A9C-053E-270C-1E6EB861A13F}" dt="2026-01-05T17:37:41.193" v="245" actId="1076"/>
          <ac:spMkLst>
            <pc:docMk/>
            <pc:sldMk cId="2133016679" sldId="303"/>
            <ac:spMk id="6" creationId="{714BF877-5030-4285-947C-842FFF26DE6F}"/>
          </ac:spMkLst>
        </pc:spChg>
        <pc:spChg chg="mod">
          <ac:chgData name="Guest User" userId="S::urn:spo:tenantanon#44e3cf94-19c9-4e32-96c3-14f5bf01391a::" providerId="AD" clId="Web-{E0B0B493-1A9C-053E-270C-1E6EB861A13F}" dt="2026-01-05T17:36:51.426" v="242" actId="20577"/>
          <ac:spMkLst>
            <pc:docMk/>
            <pc:sldMk cId="2133016679" sldId="303"/>
            <ac:spMk id="7" creationId="{7E9AF313-2E54-B668-490E-8DB28EDA4A71}"/>
          </ac:spMkLst>
        </pc:spChg>
        <pc:spChg chg="del">
          <ac:chgData name="Guest User" userId="S::urn:spo:tenantanon#44e3cf94-19c9-4e32-96c3-14f5bf01391a::" providerId="AD" clId="Web-{E0B0B493-1A9C-053E-270C-1E6EB861A13F}" dt="2026-01-05T17:35:18.110" v="208"/>
          <ac:spMkLst>
            <pc:docMk/>
            <pc:sldMk cId="2133016679" sldId="303"/>
            <ac:spMk id="8" creationId="{8D62B449-DE97-843E-0276-AEE603429777}"/>
          </ac:spMkLst>
        </pc:spChg>
        <pc:spChg chg="del">
          <ac:chgData name="Guest User" userId="S::urn:spo:tenantanon#44e3cf94-19c9-4e32-96c3-14f5bf01391a::" providerId="AD" clId="Web-{E0B0B493-1A9C-053E-270C-1E6EB861A13F}" dt="2026-01-05T17:35:26.580" v="212"/>
          <ac:spMkLst>
            <pc:docMk/>
            <pc:sldMk cId="2133016679" sldId="303"/>
            <ac:spMk id="9" creationId="{5254E34B-6EBE-FF3C-8F62-A142F0C54A4E}"/>
          </ac:spMkLst>
        </pc:spChg>
        <pc:spChg chg="del">
          <ac:chgData name="Guest User" userId="S::urn:spo:tenantanon#44e3cf94-19c9-4e32-96c3-14f5bf01391a::" providerId="AD" clId="Web-{E0B0B493-1A9C-053E-270C-1E6EB861A13F}" dt="2026-01-05T17:35:24.908" v="211"/>
          <ac:spMkLst>
            <pc:docMk/>
            <pc:sldMk cId="2133016679" sldId="303"/>
            <ac:spMk id="10" creationId="{43CC0F3F-F78E-9F1B-FEB3-DD69F21E6244}"/>
          </ac:spMkLst>
        </pc:spChg>
        <pc:spChg chg="mod">
          <ac:chgData name="Guest User" userId="S::urn:spo:tenantanon#44e3cf94-19c9-4e32-96c3-14f5bf01391a::" providerId="AD" clId="Web-{E0B0B493-1A9C-053E-270C-1E6EB861A13F}" dt="2026-01-05T17:35:37.361" v="217" actId="20577"/>
          <ac:spMkLst>
            <pc:docMk/>
            <pc:sldMk cId="2133016679" sldId="303"/>
            <ac:spMk id="11" creationId="{84D0A337-CFD5-3589-B010-AF888D9CAB23}"/>
          </ac:spMkLst>
        </pc:spChg>
        <pc:spChg chg="del mod">
          <ac:chgData name="Guest User" userId="S::urn:spo:tenantanon#44e3cf94-19c9-4e32-96c3-14f5bf01391a::" providerId="AD" clId="Web-{E0B0B493-1A9C-053E-270C-1E6EB861A13F}" dt="2026-01-05T17:35:23.548" v="210"/>
          <ac:spMkLst>
            <pc:docMk/>
            <pc:sldMk cId="2133016679" sldId="303"/>
            <ac:spMk id="12" creationId="{29CB19CA-8ABF-5E8E-8003-250B63C038BD}"/>
          </ac:spMkLst>
        </pc:spChg>
        <pc:spChg chg="del">
          <ac:chgData name="Guest User" userId="S::urn:spo:tenantanon#44e3cf94-19c9-4e32-96c3-14f5bf01391a::" providerId="AD" clId="Web-{E0B0B493-1A9C-053E-270C-1E6EB861A13F}" dt="2026-01-05T17:35:54.252" v="220"/>
          <ac:spMkLst>
            <pc:docMk/>
            <pc:sldMk cId="2133016679" sldId="303"/>
            <ac:spMk id="13" creationId="{86C8F05A-E388-BFBB-D603-DAC9AC077854}"/>
          </ac:spMkLst>
        </pc:spChg>
        <pc:spChg chg="del">
          <ac:chgData name="Guest User" userId="S::urn:spo:tenantanon#44e3cf94-19c9-4e32-96c3-14f5bf01391a::" providerId="AD" clId="Web-{E0B0B493-1A9C-053E-270C-1E6EB861A13F}" dt="2026-01-05T17:35:55.846" v="221"/>
          <ac:spMkLst>
            <pc:docMk/>
            <pc:sldMk cId="2133016679" sldId="303"/>
            <ac:spMk id="14" creationId="{59D984C5-D703-1C47-BFDE-DE1796E4B1DA}"/>
          </ac:spMkLst>
        </pc:spChg>
        <pc:spChg chg="mod">
          <ac:chgData name="Guest User" userId="S::urn:spo:tenantanon#44e3cf94-19c9-4e32-96c3-14f5bf01391a::" providerId="AD" clId="Web-{E0B0B493-1A9C-053E-270C-1E6EB861A13F}" dt="2026-01-05T17:35:56.940" v="222" actId="20577"/>
          <ac:spMkLst>
            <pc:docMk/>
            <pc:sldMk cId="2133016679" sldId="303"/>
            <ac:spMk id="15" creationId="{D9F5473E-B747-E939-4FE2-36BE3F56610D}"/>
          </ac:spMkLst>
        </pc:spChg>
        <pc:spChg chg="mod">
          <ac:chgData name="Guest User" userId="S::urn:spo:tenantanon#44e3cf94-19c9-4e32-96c3-14f5bf01391a::" providerId="AD" clId="Web-{E0B0B493-1A9C-053E-270C-1E6EB861A13F}" dt="2026-01-05T17:36:47.113" v="241" actId="20577"/>
          <ac:spMkLst>
            <pc:docMk/>
            <pc:sldMk cId="2133016679" sldId="303"/>
            <ac:spMk id="16" creationId="{7B33D33D-6FAC-BF6A-959F-01B47B4479DC}"/>
          </ac:spMkLst>
        </pc:spChg>
        <pc:spChg chg="mod">
          <ac:chgData name="Guest User" userId="S::urn:spo:tenantanon#44e3cf94-19c9-4e32-96c3-14f5bf01391a::" providerId="AD" clId="Web-{E0B0B493-1A9C-053E-270C-1E6EB861A13F}" dt="2026-01-05T17:36:43.535" v="240" actId="20577"/>
          <ac:spMkLst>
            <pc:docMk/>
            <pc:sldMk cId="2133016679" sldId="303"/>
            <ac:spMk id="17" creationId="{E0461753-7FC5-50A8-8BD6-930E4CCBD52C}"/>
          </ac:spMkLst>
        </pc:spChg>
        <pc:spChg chg="del">
          <ac:chgData name="Guest User" userId="S::urn:spo:tenantanon#44e3cf94-19c9-4e32-96c3-14f5bf01391a::" providerId="AD" clId="Web-{E0B0B493-1A9C-053E-270C-1E6EB861A13F}" dt="2026-01-05T17:36:17.362" v="230"/>
          <ac:spMkLst>
            <pc:docMk/>
            <pc:sldMk cId="2133016679" sldId="303"/>
            <ac:spMk id="18" creationId="{B1F83DEB-0360-8DEE-05DC-C07EA404401B}"/>
          </ac:spMkLst>
        </pc:spChg>
        <pc:spChg chg="del">
          <ac:chgData name="Guest User" userId="S::urn:spo:tenantanon#44e3cf94-19c9-4e32-96c3-14f5bf01391a::" providerId="AD" clId="Web-{E0B0B493-1A9C-053E-270C-1E6EB861A13F}" dt="2026-01-05T17:36:20.128" v="232"/>
          <ac:spMkLst>
            <pc:docMk/>
            <pc:sldMk cId="2133016679" sldId="303"/>
            <ac:spMk id="19" creationId="{3B842771-4639-46B8-43A6-3BFEB64C61AB}"/>
          </ac:spMkLst>
        </pc:spChg>
        <pc:spChg chg="del">
          <ac:chgData name="Guest User" userId="S::urn:spo:tenantanon#44e3cf94-19c9-4e32-96c3-14f5bf01391a::" providerId="AD" clId="Web-{E0B0B493-1A9C-053E-270C-1E6EB861A13F}" dt="2026-01-05T17:36:18.644" v="231"/>
          <ac:spMkLst>
            <pc:docMk/>
            <pc:sldMk cId="2133016679" sldId="303"/>
            <ac:spMk id="20" creationId="{F2F3C72D-795C-2FA0-AF9D-2738AA4BA811}"/>
          </ac:spMkLst>
        </pc:spChg>
        <pc:spChg chg="mod">
          <ac:chgData name="Guest User" userId="S::urn:spo:tenantanon#44e3cf94-19c9-4e32-96c3-14f5bf01391a::" providerId="AD" clId="Web-{E0B0B493-1A9C-053E-270C-1E6EB861A13F}" dt="2026-01-05T17:36:22.956" v="234" actId="20577"/>
          <ac:spMkLst>
            <pc:docMk/>
            <pc:sldMk cId="2133016679" sldId="303"/>
            <ac:spMk id="21" creationId="{8571A5B2-8504-46F7-7C31-F0D8840EA316}"/>
          </ac:spMkLst>
        </pc:spChg>
        <pc:spChg chg="mod">
          <ac:chgData name="Guest User" userId="S::urn:spo:tenantanon#44e3cf94-19c9-4e32-96c3-14f5bf01391a::" providerId="AD" clId="Web-{E0B0B493-1A9C-053E-270C-1E6EB861A13F}" dt="2026-01-05T17:36:26.753" v="235" actId="20577"/>
          <ac:spMkLst>
            <pc:docMk/>
            <pc:sldMk cId="2133016679" sldId="303"/>
            <ac:spMk id="22" creationId="{D539D66E-093D-9CC0-5C74-82B9E9254C01}"/>
          </ac:spMkLst>
        </pc:spChg>
        <pc:grpChg chg="add mod">
          <ac:chgData name="Guest User" userId="S::urn:spo:tenantanon#44e3cf94-19c9-4e32-96c3-14f5bf01391a::" providerId="AD" clId="Web-{E0B0B493-1A9C-053E-270C-1E6EB861A13F}" dt="2026-01-05T17:39:44.290" v="255" actId="1076"/>
          <ac:grpSpMkLst>
            <pc:docMk/>
            <pc:sldMk cId="2133016679" sldId="303"/>
            <ac:grpSpMk id="34" creationId="{DAB770E0-8021-5142-5D9E-6B74EEA3B282}"/>
          </ac:grpSpMkLst>
        </pc:grpChg>
        <pc:picChg chg="add mod modCrop">
          <ac:chgData name="Guest User" userId="S::urn:spo:tenantanon#44e3cf94-19c9-4e32-96c3-14f5bf01391a::" providerId="AD" clId="Web-{E0B0B493-1A9C-053E-270C-1E6EB861A13F}" dt="2026-01-05T18:25:41.948" v="256" actId="1076"/>
          <ac:picMkLst>
            <pc:docMk/>
            <pc:sldMk cId="2133016679" sldId="303"/>
            <ac:picMk id="27" creationId="{866F3537-A853-EC8E-EED6-D614EFAC8A2E}"/>
          </ac:picMkLst>
        </pc:picChg>
      </pc:sldChg>
      <pc:sldChg chg="add replId">
        <pc:chgData name="Guest User" userId="S::urn:spo:tenantanon#44e3cf94-19c9-4e32-96c3-14f5bf01391a::" providerId="AD" clId="Web-{E0B0B493-1A9C-053E-270C-1E6EB861A13F}" dt="2026-01-05T19:12:09.457" v="309"/>
        <pc:sldMkLst>
          <pc:docMk/>
          <pc:sldMk cId="1155503424" sldId="307"/>
        </pc:sldMkLst>
      </pc:sldChg>
    </pc:docChg>
  </pc:docChgLst>
  <pc:docChgLst>
    <pc:chgData name="Guest User" userId="S::urn:spo:tenantanon#44e3cf94-19c9-4e32-96c3-14f5bf01391a::" providerId="AD" clId="Web-{77C55380-FBBD-99C0-ACD4-9DC6588C460E}"/>
    <pc:docChg chg="modSld">
      <pc:chgData name="Guest User" userId="S::urn:spo:tenantanon#44e3cf94-19c9-4e32-96c3-14f5bf01391a::" providerId="AD" clId="Web-{77C55380-FBBD-99C0-ACD4-9DC6588C460E}" dt="2026-01-10T16:45:26.647" v="3" actId="20577"/>
      <pc:docMkLst>
        <pc:docMk/>
      </pc:docMkLst>
      <pc:sldChg chg="modSp">
        <pc:chgData name="Guest User" userId="S::urn:spo:tenantanon#44e3cf94-19c9-4e32-96c3-14f5bf01391a::" providerId="AD" clId="Web-{77C55380-FBBD-99C0-ACD4-9DC6588C460E}" dt="2026-01-10T16:45:26.647" v="3" actId="20577"/>
        <pc:sldMkLst>
          <pc:docMk/>
          <pc:sldMk cId="2219420885" sldId="283"/>
        </pc:sldMkLst>
        <pc:spChg chg="mod">
          <ac:chgData name="Guest User" userId="S::urn:spo:tenantanon#44e3cf94-19c9-4e32-96c3-14f5bf01391a::" providerId="AD" clId="Web-{77C55380-FBBD-99C0-ACD4-9DC6588C460E}" dt="2026-01-10T16:45:26.647" v="3" actId="20577"/>
          <ac:spMkLst>
            <pc:docMk/>
            <pc:sldMk cId="2219420885" sldId="283"/>
            <ac:spMk id="5" creationId="{54706F26-013E-5EF2-0948-5C90314BE138}"/>
          </ac:spMkLst>
        </pc:spChg>
        <pc:spChg chg="mod">
          <ac:chgData name="Guest User" userId="S::urn:spo:tenantanon#44e3cf94-19c9-4e32-96c3-14f5bf01391a::" providerId="AD" clId="Web-{77C55380-FBBD-99C0-ACD4-9DC6588C460E}" dt="2026-01-10T16:45:19.584" v="0" actId="20577"/>
          <ac:spMkLst>
            <pc:docMk/>
            <pc:sldMk cId="2219420885" sldId="283"/>
            <ac:spMk id="6" creationId="{7DEC811F-9616-2E2F-B8E8-01F56F4E7E36}"/>
          </ac:spMkLst>
        </pc:spChg>
      </pc:sldChg>
    </pc:docChg>
  </pc:docChgLst>
  <pc:docChgLst>
    <pc:chgData name="Guest User" userId="S::urn:spo:tenantanon#44e3cf94-19c9-4e32-96c3-14f5bf01391a::" providerId="AD" clId="Web-{DA9DA05D-6C96-F9BC-67DC-4015A004F894}"/>
    <pc:docChg chg="addSld delSld modSld">
      <pc:chgData name="Guest User" userId="S::urn:spo:tenantanon#44e3cf94-19c9-4e32-96c3-14f5bf01391a::" providerId="AD" clId="Web-{DA9DA05D-6C96-F9BC-67DC-4015A004F894}" dt="2026-01-06T05:40:38.996" v="180" actId="20577"/>
      <pc:docMkLst>
        <pc:docMk/>
      </pc:docMkLst>
      <pc:sldChg chg="del">
        <pc:chgData name="Guest User" userId="S::urn:spo:tenantanon#44e3cf94-19c9-4e32-96c3-14f5bf01391a::" providerId="AD" clId="Web-{DA9DA05D-6C96-F9BC-67DC-4015A004F894}" dt="2026-01-06T05:35:00.288" v="154"/>
        <pc:sldMkLst>
          <pc:docMk/>
          <pc:sldMk cId="3286796225" sldId="268"/>
        </pc:sldMkLst>
      </pc:sldChg>
      <pc:sldChg chg="del">
        <pc:chgData name="Guest User" userId="S::urn:spo:tenantanon#44e3cf94-19c9-4e32-96c3-14f5bf01391a::" providerId="AD" clId="Web-{DA9DA05D-6C96-F9BC-67DC-4015A004F894}" dt="2026-01-06T04:48:36.165" v="17"/>
        <pc:sldMkLst>
          <pc:docMk/>
          <pc:sldMk cId="386761165" sldId="269"/>
        </pc:sldMkLst>
      </pc:sldChg>
      <pc:sldChg chg="del">
        <pc:chgData name="Guest User" userId="S::urn:spo:tenantanon#44e3cf94-19c9-4e32-96c3-14f5bf01391a::" providerId="AD" clId="Web-{DA9DA05D-6C96-F9BC-67DC-4015A004F894}" dt="2026-01-06T04:48:34.071" v="16"/>
        <pc:sldMkLst>
          <pc:docMk/>
          <pc:sldMk cId="3964137913" sldId="270"/>
        </pc:sldMkLst>
      </pc:sldChg>
      <pc:sldChg chg="del">
        <pc:chgData name="Guest User" userId="S::urn:spo:tenantanon#44e3cf94-19c9-4e32-96c3-14f5bf01391a::" providerId="AD" clId="Web-{DA9DA05D-6C96-F9BC-67DC-4015A004F894}" dt="2026-01-06T04:48:33.149" v="15"/>
        <pc:sldMkLst>
          <pc:docMk/>
          <pc:sldMk cId="484476159" sldId="271"/>
        </pc:sldMkLst>
      </pc:sldChg>
      <pc:sldChg chg="modSp">
        <pc:chgData name="Guest User" userId="S::urn:spo:tenantanon#44e3cf94-19c9-4e32-96c3-14f5bf01391a::" providerId="AD" clId="Web-{DA9DA05D-6C96-F9BC-67DC-4015A004F894}" dt="2026-01-06T05:39:22.526" v="175" actId="20577"/>
        <pc:sldMkLst>
          <pc:docMk/>
          <pc:sldMk cId="1184288525" sldId="272"/>
        </pc:sldMkLst>
        <pc:spChg chg="mod">
          <ac:chgData name="Guest User" userId="S::urn:spo:tenantanon#44e3cf94-19c9-4e32-96c3-14f5bf01391a::" providerId="AD" clId="Web-{DA9DA05D-6C96-F9BC-67DC-4015A004F894}" dt="2026-01-06T05:25:32.874" v="95" actId="1076"/>
          <ac:spMkLst>
            <pc:docMk/>
            <pc:sldMk cId="1184288525" sldId="272"/>
            <ac:spMk id="20" creationId="{6A8C3283-E226-29FA-EBD3-49153CBABD5A}"/>
          </ac:spMkLst>
        </pc:spChg>
        <pc:spChg chg="mod">
          <ac:chgData name="Guest User" userId="S::urn:spo:tenantanon#44e3cf94-19c9-4e32-96c3-14f5bf01391a::" providerId="AD" clId="Web-{DA9DA05D-6C96-F9BC-67DC-4015A004F894}" dt="2026-01-06T05:26:04.736" v="100" actId="20577"/>
          <ac:spMkLst>
            <pc:docMk/>
            <pc:sldMk cId="1184288525" sldId="272"/>
            <ac:spMk id="24" creationId="{A2DB1EB4-8083-4F2D-128E-2A91AC778E0B}"/>
          </ac:spMkLst>
        </pc:spChg>
        <pc:spChg chg="mod">
          <ac:chgData name="Guest User" userId="S::urn:spo:tenantanon#44e3cf94-19c9-4e32-96c3-14f5bf01391a::" providerId="AD" clId="Web-{DA9DA05D-6C96-F9BC-67DC-4015A004F894}" dt="2026-01-06T05:39:22.526" v="175" actId="20577"/>
          <ac:spMkLst>
            <pc:docMk/>
            <pc:sldMk cId="1184288525" sldId="272"/>
            <ac:spMk id="28" creationId="{D578D833-E490-17DD-98E2-1751794D992A}"/>
          </ac:spMkLst>
        </pc:spChg>
        <pc:picChg chg="mod modCrop">
          <ac:chgData name="Guest User" userId="S::urn:spo:tenantanon#44e3cf94-19c9-4e32-96c3-14f5bf01391a::" providerId="AD" clId="Web-{DA9DA05D-6C96-F9BC-67DC-4015A004F894}" dt="2026-01-06T05:25:24.483" v="92"/>
          <ac:picMkLst>
            <pc:docMk/>
            <pc:sldMk cId="1184288525" sldId="272"/>
            <ac:picMk id="19" creationId="{C1B1A686-7650-E94D-0A0D-B69427F6488C}"/>
          </ac:picMkLst>
        </pc:picChg>
      </pc:sldChg>
      <pc:sldChg chg="modSp">
        <pc:chgData name="Guest User" userId="S::urn:spo:tenantanon#44e3cf94-19c9-4e32-96c3-14f5bf01391a::" providerId="AD" clId="Web-{DA9DA05D-6C96-F9BC-67DC-4015A004F894}" dt="2026-01-06T05:38:14.322" v="170" actId="20577"/>
        <pc:sldMkLst>
          <pc:docMk/>
          <pc:sldMk cId="2855883343" sldId="273"/>
        </pc:sldMkLst>
        <pc:spChg chg="mod">
          <ac:chgData name="Guest User" userId="S::urn:spo:tenantanon#44e3cf94-19c9-4e32-96c3-14f5bf01391a::" providerId="AD" clId="Web-{DA9DA05D-6C96-F9BC-67DC-4015A004F894}" dt="2026-01-06T04:47:23.555" v="12" actId="1076"/>
          <ac:spMkLst>
            <pc:docMk/>
            <pc:sldMk cId="2855883343" sldId="273"/>
            <ac:spMk id="6" creationId="{9286194E-B06E-F1B4-9E20-514EC12870CE}"/>
          </ac:spMkLst>
        </pc:spChg>
        <pc:spChg chg="mod">
          <ac:chgData name="Guest User" userId="S::urn:spo:tenantanon#44e3cf94-19c9-4e32-96c3-14f5bf01391a::" providerId="AD" clId="Web-{DA9DA05D-6C96-F9BC-67DC-4015A004F894}" dt="2026-01-06T05:38:14.322" v="170" actId="20577"/>
          <ac:spMkLst>
            <pc:docMk/>
            <pc:sldMk cId="2855883343" sldId="273"/>
            <ac:spMk id="28" creationId="{8189A7D4-24DF-F7F7-15EE-632D64EF9D2A}"/>
          </ac:spMkLst>
        </pc:spChg>
      </pc:sldChg>
      <pc:sldChg chg="modSp">
        <pc:chgData name="Guest User" userId="S::urn:spo:tenantanon#44e3cf94-19c9-4e32-96c3-14f5bf01391a::" providerId="AD" clId="Web-{DA9DA05D-6C96-F9BC-67DC-4015A004F894}" dt="2026-01-06T05:37:36.931" v="157" actId="1076"/>
        <pc:sldMkLst>
          <pc:docMk/>
          <pc:sldMk cId="3483905385" sldId="274"/>
        </pc:sldMkLst>
        <pc:spChg chg="mod">
          <ac:chgData name="Guest User" userId="S::urn:spo:tenantanon#44e3cf94-19c9-4e32-96c3-14f5bf01391a::" providerId="AD" clId="Web-{DA9DA05D-6C96-F9BC-67DC-4015A004F894}" dt="2026-01-06T05:35:59.414" v="155" actId="1076"/>
          <ac:spMkLst>
            <pc:docMk/>
            <pc:sldMk cId="3483905385" sldId="274"/>
            <ac:spMk id="3" creationId="{FA98FD8C-48E2-EF56-C40A-A7581C846366}"/>
          </ac:spMkLst>
        </pc:spChg>
        <pc:spChg chg="mod">
          <ac:chgData name="Guest User" userId="S::urn:spo:tenantanon#44e3cf94-19c9-4e32-96c3-14f5bf01391a::" providerId="AD" clId="Web-{DA9DA05D-6C96-F9BC-67DC-4015A004F894}" dt="2026-01-06T05:37:36.931" v="157" actId="1076"/>
          <ac:spMkLst>
            <pc:docMk/>
            <pc:sldMk cId="3483905385" sldId="274"/>
            <ac:spMk id="12" creationId="{552096BC-3B35-43D1-D66D-547776D905EF}"/>
          </ac:spMkLst>
        </pc:spChg>
      </pc:sldChg>
      <pc:sldChg chg="modSp">
        <pc:chgData name="Guest User" userId="S::urn:spo:tenantanon#44e3cf94-19c9-4e32-96c3-14f5bf01391a::" providerId="AD" clId="Web-{DA9DA05D-6C96-F9BC-67DC-4015A004F894}" dt="2026-01-06T04:47:08.727" v="10" actId="20577"/>
        <pc:sldMkLst>
          <pc:docMk/>
          <pc:sldMk cId="417827511" sldId="294"/>
        </pc:sldMkLst>
        <pc:spChg chg="mod">
          <ac:chgData name="Guest User" userId="S::urn:spo:tenantanon#44e3cf94-19c9-4e32-96c3-14f5bf01391a::" providerId="AD" clId="Web-{DA9DA05D-6C96-F9BC-67DC-4015A004F894}" dt="2026-01-06T04:47:08.727" v="10" actId="20577"/>
          <ac:spMkLst>
            <pc:docMk/>
            <pc:sldMk cId="417827511" sldId="294"/>
            <ac:spMk id="6" creationId="{4223051B-7F9C-C417-E753-4A8041DFD781}"/>
          </ac:spMkLst>
        </pc:spChg>
      </pc:sldChg>
      <pc:sldChg chg="addSp delSp modSp add replId">
        <pc:chgData name="Guest User" userId="S::urn:spo:tenantanon#44e3cf94-19c9-4e32-96c3-14f5bf01391a::" providerId="AD" clId="Web-{DA9DA05D-6C96-F9BC-67DC-4015A004F894}" dt="2026-01-06T05:40:38.996" v="180" actId="20577"/>
        <pc:sldMkLst>
          <pc:docMk/>
          <pc:sldMk cId="1614554561" sldId="316"/>
        </pc:sldMkLst>
        <pc:spChg chg="mod">
          <ac:chgData name="Guest User" userId="S::urn:spo:tenantanon#44e3cf94-19c9-4e32-96c3-14f5bf01391a::" providerId="AD" clId="Web-{DA9DA05D-6C96-F9BC-67DC-4015A004F894}" dt="2026-01-06T05:19:21.627" v="48" actId="1076"/>
          <ac:spMkLst>
            <pc:docMk/>
            <pc:sldMk cId="1614554561" sldId="316"/>
            <ac:spMk id="3" creationId="{FF2CEC97-EB7F-24AE-D76D-9F38D748BCF2}"/>
          </ac:spMkLst>
        </pc:spChg>
        <pc:spChg chg="add mod">
          <ac:chgData name="Guest User" userId="S::urn:spo:tenantanon#44e3cf94-19c9-4e32-96c3-14f5bf01391a::" providerId="AD" clId="Web-{DA9DA05D-6C96-F9BC-67DC-4015A004F894}" dt="2026-01-06T05:40:38.996" v="180" actId="20577"/>
          <ac:spMkLst>
            <pc:docMk/>
            <pc:sldMk cId="1614554561" sldId="316"/>
            <ac:spMk id="4" creationId="{B5D633C6-4DA9-92F5-0AAB-60265F537DEA}"/>
          </ac:spMkLst>
        </pc:spChg>
        <pc:spChg chg="mod">
          <ac:chgData name="Guest User" userId="S::urn:spo:tenantanon#44e3cf94-19c9-4e32-96c3-14f5bf01391a::" providerId="AD" clId="Web-{DA9DA05D-6C96-F9BC-67DC-4015A004F894}" dt="2026-01-06T05:09:05.606" v="37" actId="20577"/>
          <ac:spMkLst>
            <pc:docMk/>
            <pc:sldMk cId="1614554561" sldId="316"/>
            <ac:spMk id="11" creationId="{1CC7D5C2-CEF3-8329-BC9C-10B973B8436A}"/>
          </ac:spMkLst>
        </pc:spChg>
        <pc:spChg chg="mod">
          <ac:chgData name="Guest User" userId="S::urn:spo:tenantanon#44e3cf94-19c9-4e32-96c3-14f5bf01391a::" providerId="AD" clId="Web-{DA9DA05D-6C96-F9BC-67DC-4015A004F894}" dt="2026-01-06T05:10:36.955" v="41" actId="20577"/>
          <ac:spMkLst>
            <pc:docMk/>
            <pc:sldMk cId="1614554561" sldId="316"/>
            <ac:spMk id="30" creationId="{9F92BB31-197D-D76A-52E4-15119F0D2D33}"/>
          </ac:spMkLst>
        </pc:spChg>
        <pc:spChg chg="del mod">
          <ac:chgData name="Guest User" userId="S::urn:spo:tenantanon#44e3cf94-19c9-4e32-96c3-14f5bf01391a::" providerId="AD" clId="Web-{DA9DA05D-6C96-F9BC-67DC-4015A004F894}" dt="2026-01-06T05:17:24.172" v="43"/>
          <ac:spMkLst>
            <pc:docMk/>
            <pc:sldMk cId="1614554561" sldId="316"/>
            <ac:spMk id="34" creationId="{DAF67748-D13F-FB95-58A1-DFA814A5C181}"/>
          </ac:spMkLst>
        </pc:spChg>
      </pc:sldChg>
      <pc:sldChg chg="modSp add replId">
        <pc:chgData name="Guest User" userId="S::urn:spo:tenantanon#44e3cf94-19c9-4e32-96c3-14f5bf01391a::" providerId="AD" clId="Web-{DA9DA05D-6C96-F9BC-67DC-4015A004F894}" dt="2026-01-06T05:34:51.772" v="153" actId="1076"/>
        <pc:sldMkLst>
          <pc:docMk/>
          <pc:sldMk cId="2284884246" sldId="317"/>
        </pc:sldMkLst>
        <pc:spChg chg="mod">
          <ac:chgData name="Guest User" userId="S::urn:spo:tenantanon#44e3cf94-19c9-4e32-96c3-14f5bf01391a::" providerId="AD" clId="Web-{DA9DA05D-6C96-F9BC-67DC-4015A004F894}" dt="2026-01-06T05:34:51.772" v="153" actId="1076"/>
          <ac:spMkLst>
            <pc:docMk/>
            <pc:sldMk cId="2284884246" sldId="317"/>
            <ac:spMk id="6" creationId="{FC20FDC4-A0C0-A85E-CFA0-F18FED8FF728}"/>
          </ac:spMkLst>
        </pc:spChg>
        <pc:spChg chg="mod">
          <ac:chgData name="Guest User" userId="S::urn:spo:tenantanon#44e3cf94-19c9-4e32-96c3-14f5bf01391a::" providerId="AD" clId="Web-{DA9DA05D-6C96-F9BC-67DC-4015A004F894}" dt="2026-01-06T05:34:24.240" v="137" actId="14100"/>
          <ac:spMkLst>
            <pc:docMk/>
            <pc:sldMk cId="2284884246" sldId="317"/>
            <ac:spMk id="8" creationId="{C5E9FD1E-38E1-ED02-9693-940192501FFC}"/>
          </ac:spMkLst>
        </pc:spChg>
        <pc:spChg chg="mod">
          <ac:chgData name="Guest User" userId="S::urn:spo:tenantanon#44e3cf94-19c9-4e32-96c3-14f5bf01391a::" providerId="AD" clId="Web-{DA9DA05D-6C96-F9BC-67DC-4015A004F894}" dt="2026-01-06T05:34:44.022" v="152" actId="20577"/>
          <ac:spMkLst>
            <pc:docMk/>
            <pc:sldMk cId="2284884246" sldId="317"/>
            <ac:spMk id="11" creationId="{896DDCF9-B28E-7845-2606-E801161F94E0}"/>
          </ac:spMkLst>
        </pc:spChg>
      </pc:sldChg>
    </pc:docChg>
  </pc:docChgLst>
  <pc:docChgLst>
    <pc:chgData name="BANDARANAYAKE .B.G.W.T.N it22247018" userId="S::it22247018@my.sliit.lk::ad638593-24e3-48fe-8a68-665fdcc3a8ae" providerId="AD" clId="Web-{BE43B016-B5EE-094F-E4A8-3084AFB01245}"/>
    <pc:docChg chg="addSld modSld">
      <pc:chgData name="BANDARANAYAKE .B.G.W.T.N it22247018" userId="S::it22247018@my.sliit.lk::ad638593-24e3-48fe-8a68-665fdcc3a8ae" providerId="AD" clId="Web-{BE43B016-B5EE-094F-E4A8-3084AFB01245}" dt="2026-01-05T02:30:41.737" v="42" actId="1076"/>
      <pc:docMkLst>
        <pc:docMk/>
      </pc:docMkLst>
      <pc:sldChg chg="add replId">
        <pc:chgData name="BANDARANAYAKE .B.G.W.T.N it22247018" userId="S::it22247018@my.sliit.lk::ad638593-24e3-48fe-8a68-665fdcc3a8ae" providerId="AD" clId="Web-{BE43B016-B5EE-094F-E4A8-3084AFB01245}" dt="2026-01-05T02:27:46.621" v="0"/>
        <pc:sldMkLst>
          <pc:docMk/>
          <pc:sldMk cId="1968466096" sldId="266"/>
        </pc:sldMkLst>
      </pc:sldChg>
      <pc:sldChg chg="add replId">
        <pc:chgData name="BANDARANAYAKE .B.G.W.T.N it22247018" userId="S::it22247018@my.sliit.lk::ad638593-24e3-48fe-8a68-665fdcc3a8ae" providerId="AD" clId="Web-{BE43B016-B5EE-094F-E4A8-3084AFB01245}" dt="2026-01-05T02:27:47.121" v="1"/>
        <pc:sldMkLst>
          <pc:docMk/>
          <pc:sldMk cId="3909402017" sldId="267"/>
        </pc:sldMkLst>
      </pc:sldChg>
      <pc:sldChg chg="add replId">
        <pc:chgData name="BANDARANAYAKE .B.G.W.T.N it22247018" userId="S::it22247018@my.sliit.lk::ad638593-24e3-48fe-8a68-665fdcc3a8ae" providerId="AD" clId="Web-{BE43B016-B5EE-094F-E4A8-3084AFB01245}" dt="2026-01-05T02:27:47.480" v="2"/>
        <pc:sldMkLst>
          <pc:docMk/>
          <pc:sldMk cId="3286796225" sldId="268"/>
        </pc:sldMkLst>
      </pc:sldChg>
      <pc:sldChg chg="add replId">
        <pc:chgData name="BANDARANAYAKE .B.G.W.T.N it22247018" userId="S::it22247018@my.sliit.lk::ad638593-24e3-48fe-8a68-665fdcc3a8ae" providerId="AD" clId="Web-{BE43B016-B5EE-094F-E4A8-3084AFB01245}" dt="2026-01-05T02:27:47.777" v="3"/>
        <pc:sldMkLst>
          <pc:docMk/>
          <pc:sldMk cId="386761165" sldId="269"/>
        </pc:sldMkLst>
      </pc:sldChg>
      <pc:sldChg chg="add replId">
        <pc:chgData name="BANDARANAYAKE .B.G.W.T.N it22247018" userId="S::it22247018@my.sliit.lk::ad638593-24e3-48fe-8a68-665fdcc3a8ae" providerId="AD" clId="Web-{BE43B016-B5EE-094F-E4A8-3084AFB01245}" dt="2026-01-05T02:27:48.027" v="4"/>
        <pc:sldMkLst>
          <pc:docMk/>
          <pc:sldMk cId="3964137913" sldId="270"/>
        </pc:sldMkLst>
      </pc:sldChg>
      <pc:sldChg chg="add replId">
        <pc:chgData name="BANDARANAYAKE .B.G.W.T.N it22247018" userId="S::it22247018@my.sliit.lk::ad638593-24e3-48fe-8a68-665fdcc3a8ae" providerId="AD" clId="Web-{BE43B016-B5EE-094F-E4A8-3084AFB01245}" dt="2026-01-05T02:27:48.637" v="5"/>
        <pc:sldMkLst>
          <pc:docMk/>
          <pc:sldMk cId="484476159" sldId="271"/>
        </pc:sldMkLst>
      </pc:sldChg>
      <pc:sldChg chg="add replId">
        <pc:chgData name="BANDARANAYAKE .B.G.W.T.N it22247018" userId="S::it22247018@my.sliit.lk::ad638593-24e3-48fe-8a68-665fdcc3a8ae" providerId="AD" clId="Web-{BE43B016-B5EE-094F-E4A8-3084AFB01245}" dt="2026-01-05T02:27:48.980" v="6"/>
        <pc:sldMkLst>
          <pc:docMk/>
          <pc:sldMk cId="1184288525" sldId="272"/>
        </pc:sldMkLst>
      </pc:sldChg>
      <pc:sldChg chg="add replId">
        <pc:chgData name="BANDARANAYAKE .B.G.W.T.N it22247018" userId="S::it22247018@my.sliit.lk::ad638593-24e3-48fe-8a68-665fdcc3a8ae" providerId="AD" clId="Web-{BE43B016-B5EE-094F-E4A8-3084AFB01245}" dt="2026-01-05T02:27:49.465" v="7"/>
        <pc:sldMkLst>
          <pc:docMk/>
          <pc:sldMk cId="2855883343" sldId="273"/>
        </pc:sldMkLst>
      </pc:sldChg>
      <pc:sldChg chg="add replId">
        <pc:chgData name="BANDARANAYAKE .B.G.W.T.N it22247018" userId="S::it22247018@my.sliit.lk::ad638593-24e3-48fe-8a68-665fdcc3a8ae" providerId="AD" clId="Web-{BE43B016-B5EE-094F-E4A8-3084AFB01245}" dt="2026-01-05T02:27:49.887" v="8"/>
        <pc:sldMkLst>
          <pc:docMk/>
          <pc:sldMk cId="3483905385" sldId="274"/>
        </pc:sldMkLst>
      </pc:sldChg>
      <pc:sldChg chg="modSp add replId">
        <pc:chgData name="BANDARANAYAKE .B.G.W.T.N it22247018" userId="S::it22247018@my.sliit.lk::ad638593-24e3-48fe-8a68-665fdcc3a8ae" providerId="AD" clId="Web-{BE43B016-B5EE-094F-E4A8-3084AFB01245}" dt="2026-01-05T02:30:41.737" v="42" actId="1076"/>
        <pc:sldMkLst>
          <pc:docMk/>
          <pc:sldMk cId="494855285" sldId="275"/>
        </pc:sldMkLst>
        <pc:spChg chg="mod">
          <ac:chgData name="BANDARANAYAKE .B.G.W.T.N it22247018" userId="S::it22247018@my.sliit.lk::ad638593-24e3-48fe-8a68-665fdcc3a8ae" providerId="AD" clId="Web-{BE43B016-B5EE-094F-E4A8-3084AFB01245}" dt="2026-01-05T02:30:08.517" v="30" actId="1076"/>
          <ac:spMkLst>
            <pc:docMk/>
            <pc:sldMk cId="494855285" sldId="275"/>
            <ac:spMk id="3" creationId="{8E333DD0-281E-1B6D-4A99-FAF81E227B95}"/>
          </ac:spMkLst>
        </pc:spChg>
        <pc:spChg chg="mod">
          <ac:chgData name="BANDARANAYAKE .B.G.W.T.N it22247018" userId="S::it22247018@my.sliit.lk::ad638593-24e3-48fe-8a68-665fdcc3a8ae" providerId="AD" clId="Web-{BE43B016-B5EE-094F-E4A8-3084AFB01245}" dt="2026-01-05T02:30:16.314" v="37" actId="1076"/>
          <ac:spMkLst>
            <pc:docMk/>
            <pc:sldMk cId="494855285" sldId="275"/>
            <ac:spMk id="6" creationId="{4E6EE268-1486-980D-09C1-0F562BD56E36}"/>
          </ac:spMkLst>
        </pc:spChg>
        <pc:spChg chg="mod">
          <ac:chgData name="BANDARANAYAKE .B.G.W.T.N it22247018" userId="S::it22247018@my.sliit.lk::ad638593-24e3-48fe-8a68-665fdcc3a8ae" providerId="AD" clId="Web-{BE43B016-B5EE-094F-E4A8-3084AFB01245}" dt="2026-01-05T02:30:41.737" v="42" actId="1076"/>
          <ac:spMkLst>
            <pc:docMk/>
            <pc:sldMk cId="494855285" sldId="275"/>
            <ac:spMk id="7" creationId="{47BCFE46-2054-8E49-74B3-93AEC59ABA15}"/>
          </ac:spMkLst>
        </pc:spChg>
        <pc:spChg chg="mod">
          <ac:chgData name="BANDARANAYAKE .B.G.W.T.N it22247018" userId="S::it22247018@my.sliit.lk::ad638593-24e3-48fe-8a68-665fdcc3a8ae" providerId="AD" clId="Web-{BE43B016-B5EE-094F-E4A8-3084AFB01245}" dt="2026-01-05T02:30:33.268" v="39" actId="1076"/>
          <ac:spMkLst>
            <pc:docMk/>
            <pc:sldMk cId="494855285" sldId="275"/>
            <ac:spMk id="8" creationId="{49D41976-FD1B-4126-046E-A7F2FC60D0E0}"/>
          </ac:spMkLst>
        </pc:spChg>
        <pc:spChg chg="mod">
          <ac:chgData name="BANDARANAYAKE .B.G.W.T.N it22247018" userId="S::it22247018@my.sliit.lk::ad638593-24e3-48fe-8a68-665fdcc3a8ae" providerId="AD" clId="Web-{BE43B016-B5EE-094F-E4A8-3084AFB01245}" dt="2026-01-05T02:30:33.299" v="40" actId="1076"/>
          <ac:spMkLst>
            <pc:docMk/>
            <pc:sldMk cId="494855285" sldId="275"/>
            <ac:spMk id="9" creationId="{513BCA7B-581B-C771-6BDC-D71EB3A6322E}"/>
          </ac:spMkLst>
        </pc:spChg>
        <pc:picChg chg="mod">
          <ac:chgData name="BANDARANAYAKE .B.G.W.T.N it22247018" userId="S::it22247018@my.sliit.lk::ad638593-24e3-48fe-8a68-665fdcc3a8ae" providerId="AD" clId="Web-{BE43B016-B5EE-094F-E4A8-3084AFB01245}" dt="2026-01-05T02:30:08.502" v="29" actId="1076"/>
          <ac:picMkLst>
            <pc:docMk/>
            <pc:sldMk cId="494855285" sldId="275"/>
            <ac:picMk id="2" creationId="{5E97DE82-7C67-109B-743A-D4A5EF852E84}"/>
          </ac:picMkLst>
        </pc:picChg>
      </pc:sldChg>
    </pc:docChg>
  </pc:docChgLst>
  <pc:docChgLst>
    <pc:chgData name="Guest User" userId="S::urn:spo:tenantanon#44e3cf94-19c9-4e32-96c3-14f5bf01391a::" providerId="AD" clId="Web-{C43C696F-6E04-DED9-075A-8D50A3CD04DD}"/>
    <pc:docChg chg="addSld delSld modSld">
      <pc:chgData name="Guest User" userId="S::urn:spo:tenantanon#44e3cf94-19c9-4e32-96c3-14f5bf01391a::" providerId="AD" clId="Web-{C43C696F-6E04-DED9-075A-8D50A3CD04DD}" dt="2026-01-06T01:46:53.813" v="238"/>
      <pc:docMkLst>
        <pc:docMk/>
      </pc:docMkLst>
      <pc:sldChg chg="del">
        <pc:chgData name="Guest User" userId="S::urn:spo:tenantanon#44e3cf94-19c9-4e32-96c3-14f5bf01391a::" providerId="AD" clId="Web-{C43C696F-6E04-DED9-075A-8D50A3CD04DD}" dt="2026-01-06T01:33:01.512" v="118"/>
        <pc:sldMkLst>
          <pc:docMk/>
          <pc:sldMk cId="3558398151" sldId="276"/>
        </pc:sldMkLst>
      </pc:sldChg>
      <pc:sldChg chg="modSp">
        <pc:chgData name="Guest User" userId="S::urn:spo:tenantanon#44e3cf94-19c9-4e32-96c3-14f5bf01391a::" providerId="AD" clId="Web-{C43C696F-6E04-DED9-075A-8D50A3CD04DD}" dt="2026-01-06T00:52:49.453" v="24" actId="20577"/>
        <pc:sldMkLst>
          <pc:docMk/>
          <pc:sldMk cId="3207891637" sldId="301"/>
        </pc:sldMkLst>
        <pc:spChg chg="mod">
          <ac:chgData name="Guest User" userId="S::urn:spo:tenantanon#44e3cf94-19c9-4e32-96c3-14f5bf01391a::" providerId="AD" clId="Web-{C43C696F-6E04-DED9-075A-8D50A3CD04DD}" dt="2026-01-06T00:52:49.453" v="24" actId="20577"/>
          <ac:spMkLst>
            <pc:docMk/>
            <pc:sldMk cId="3207891637" sldId="301"/>
            <ac:spMk id="16" creationId="{06FFD2EF-DB0D-6BE9-6EC4-E355112CD047}"/>
          </ac:spMkLst>
        </pc:spChg>
      </pc:sldChg>
      <pc:sldChg chg="addSp delSp modSp">
        <pc:chgData name="Guest User" userId="S::urn:spo:tenantanon#44e3cf94-19c9-4e32-96c3-14f5bf01391a::" providerId="AD" clId="Web-{C43C696F-6E04-DED9-075A-8D50A3CD04DD}" dt="2026-01-06T01:33:23.153" v="119" actId="20577"/>
        <pc:sldMkLst>
          <pc:docMk/>
          <pc:sldMk cId="1155503424" sldId="307"/>
        </pc:sldMkLst>
        <pc:spChg chg="mod">
          <ac:chgData name="Guest User" userId="S::urn:spo:tenantanon#44e3cf94-19c9-4e32-96c3-14f5bf01391a::" providerId="AD" clId="Web-{C43C696F-6E04-DED9-075A-8D50A3CD04DD}" dt="2026-01-06T01:26:42.108" v="43" actId="1076"/>
          <ac:spMkLst>
            <pc:docMk/>
            <pc:sldMk cId="1155503424" sldId="307"/>
            <ac:spMk id="3" creationId="{6DBA9792-1196-4DDC-543E-D02E16F1B2E9}"/>
          </ac:spMkLst>
        </pc:spChg>
        <pc:spChg chg="del">
          <ac:chgData name="Guest User" userId="S::urn:spo:tenantanon#44e3cf94-19c9-4e32-96c3-14f5bf01391a::" providerId="AD" clId="Web-{C43C696F-6E04-DED9-075A-8D50A3CD04DD}" dt="2026-01-06T01:29:30.905" v="83"/>
          <ac:spMkLst>
            <pc:docMk/>
            <pc:sldMk cId="1155503424" sldId="307"/>
            <ac:spMk id="4" creationId="{0CAFE9FC-2729-525A-3DC5-1D7BF2032BE7}"/>
          </ac:spMkLst>
        </pc:spChg>
        <pc:spChg chg="del">
          <ac:chgData name="Guest User" userId="S::urn:spo:tenantanon#44e3cf94-19c9-4e32-96c3-14f5bf01391a::" providerId="AD" clId="Web-{C43C696F-6E04-DED9-075A-8D50A3CD04DD}" dt="2026-01-06T01:29:28.639" v="82"/>
          <ac:spMkLst>
            <pc:docMk/>
            <pc:sldMk cId="1155503424" sldId="307"/>
            <ac:spMk id="5" creationId="{8166B1EF-B02C-41CA-C691-53C4FD99760F}"/>
          </ac:spMkLst>
        </pc:spChg>
        <pc:spChg chg="mod">
          <ac:chgData name="Guest User" userId="S::urn:spo:tenantanon#44e3cf94-19c9-4e32-96c3-14f5bf01391a::" providerId="AD" clId="Web-{C43C696F-6E04-DED9-075A-8D50A3CD04DD}" dt="2026-01-06T01:31:29.743" v="114" actId="1076"/>
          <ac:spMkLst>
            <pc:docMk/>
            <pc:sldMk cId="1155503424" sldId="307"/>
            <ac:spMk id="6" creationId="{1DB0F976-6BBB-67EA-F791-2FE56360240B}"/>
          </ac:spMkLst>
        </pc:spChg>
        <pc:spChg chg="add mod">
          <ac:chgData name="Guest User" userId="S::urn:spo:tenantanon#44e3cf94-19c9-4e32-96c3-14f5bf01391a::" providerId="AD" clId="Web-{C43C696F-6E04-DED9-075A-8D50A3CD04DD}" dt="2026-01-06T01:31:25.149" v="113" actId="1076"/>
          <ac:spMkLst>
            <pc:docMk/>
            <pc:sldMk cId="1155503424" sldId="307"/>
            <ac:spMk id="7" creationId="{7C170FB1-41F3-3A05-94BC-07C908349F0E}"/>
          </ac:spMkLst>
        </pc:spChg>
        <pc:spChg chg="add mod">
          <ac:chgData name="Guest User" userId="S::urn:spo:tenantanon#44e3cf94-19c9-4e32-96c3-14f5bf01391a::" providerId="AD" clId="Web-{C43C696F-6E04-DED9-075A-8D50A3CD04DD}" dt="2026-01-06T01:31:53.525" v="116" actId="1076"/>
          <ac:spMkLst>
            <pc:docMk/>
            <pc:sldMk cId="1155503424" sldId="307"/>
            <ac:spMk id="8" creationId="{8A29CDC5-E8DB-0124-0899-61CDEFA7EC44}"/>
          </ac:spMkLst>
        </pc:spChg>
        <pc:spChg chg="add mod">
          <ac:chgData name="Guest User" userId="S::urn:spo:tenantanon#44e3cf94-19c9-4e32-96c3-14f5bf01391a::" providerId="AD" clId="Web-{C43C696F-6E04-DED9-075A-8D50A3CD04DD}" dt="2026-01-06T01:31:50.744" v="115" actId="1076"/>
          <ac:spMkLst>
            <pc:docMk/>
            <pc:sldMk cId="1155503424" sldId="307"/>
            <ac:spMk id="9" creationId="{5511DE6F-E4A0-689A-1E8D-0B018D4152D1}"/>
          </ac:spMkLst>
        </pc:spChg>
        <pc:spChg chg="mod">
          <ac:chgData name="Guest User" userId="S::urn:spo:tenantanon#44e3cf94-19c9-4e32-96c3-14f5bf01391a::" providerId="AD" clId="Web-{C43C696F-6E04-DED9-075A-8D50A3CD04DD}" dt="2026-01-06T01:21:58.887" v="33" actId="20577"/>
          <ac:spMkLst>
            <pc:docMk/>
            <pc:sldMk cId="1155503424" sldId="307"/>
            <ac:spMk id="11" creationId="{225F13F0-FAD0-AA48-97A4-6FFC688BA00B}"/>
          </ac:spMkLst>
        </pc:spChg>
        <pc:spChg chg="mod">
          <ac:chgData name="Guest User" userId="S::urn:spo:tenantanon#44e3cf94-19c9-4e32-96c3-14f5bf01391a::" providerId="AD" clId="Web-{C43C696F-6E04-DED9-075A-8D50A3CD04DD}" dt="2026-01-06T01:30:41.801" v="104" actId="1076"/>
          <ac:spMkLst>
            <pc:docMk/>
            <pc:sldMk cId="1155503424" sldId="307"/>
            <ac:spMk id="18" creationId="{BCF5CDFB-EBB0-31D9-B8ED-188938527CF4}"/>
          </ac:spMkLst>
        </pc:spChg>
        <pc:spChg chg="del mod">
          <ac:chgData name="Guest User" userId="S::urn:spo:tenantanon#44e3cf94-19c9-4e32-96c3-14f5bf01391a::" providerId="AD" clId="Web-{C43C696F-6E04-DED9-075A-8D50A3CD04DD}" dt="2026-01-06T01:02:47.533" v="31"/>
          <ac:spMkLst>
            <pc:docMk/>
            <pc:sldMk cId="1155503424" sldId="307"/>
            <ac:spMk id="21" creationId="{DFC2635B-26B6-8196-F5AB-B6B4AAF1453B}"/>
          </ac:spMkLst>
        </pc:spChg>
        <pc:spChg chg="mod">
          <ac:chgData name="Guest User" userId="S::urn:spo:tenantanon#44e3cf94-19c9-4e32-96c3-14f5bf01391a::" providerId="AD" clId="Web-{C43C696F-6E04-DED9-075A-8D50A3CD04DD}" dt="2026-01-06T01:30:47.646" v="105" actId="1076"/>
          <ac:spMkLst>
            <pc:docMk/>
            <pc:sldMk cId="1155503424" sldId="307"/>
            <ac:spMk id="22" creationId="{EAE1897C-5BDD-320C-6C80-9CF062EAA10F}"/>
          </ac:spMkLst>
        </pc:spChg>
        <pc:spChg chg="del mod">
          <ac:chgData name="Guest User" userId="S::urn:spo:tenantanon#44e3cf94-19c9-4e32-96c3-14f5bf01391a::" providerId="AD" clId="Web-{C43C696F-6E04-DED9-075A-8D50A3CD04DD}" dt="2026-01-06T01:02:35.047" v="29"/>
          <ac:spMkLst>
            <pc:docMk/>
            <pc:sldMk cId="1155503424" sldId="307"/>
            <ac:spMk id="23" creationId="{B4518A65-FA89-6493-FBFF-B504038437E2}"/>
          </ac:spMkLst>
        </pc:spChg>
        <pc:spChg chg="mod">
          <ac:chgData name="Guest User" userId="S::urn:spo:tenantanon#44e3cf94-19c9-4e32-96c3-14f5bf01391a::" providerId="AD" clId="Web-{C43C696F-6E04-DED9-075A-8D50A3CD04DD}" dt="2026-01-06T01:30:53.428" v="106" actId="1076"/>
          <ac:spMkLst>
            <pc:docMk/>
            <pc:sldMk cId="1155503424" sldId="307"/>
            <ac:spMk id="24" creationId="{C7ED66DE-7C12-72AD-D13F-D0D1A5AFC578}"/>
          </ac:spMkLst>
        </pc:spChg>
        <pc:spChg chg="mod">
          <ac:chgData name="Guest User" userId="S::urn:spo:tenantanon#44e3cf94-19c9-4e32-96c3-14f5bf01391a::" providerId="AD" clId="Web-{C43C696F-6E04-DED9-075A-8D50A3CD04DD}" dt="2026-01-06T01:33:23.153" v="119" actId="20577"/>
          <ac:spMkLst>
            <pc:docMk/>
            <pc:sldMk cId="1155503424" sldId="307"/>
            <ac:spMk id="30" creationId="{52D18419-200E-1C85-0DF8-DBFA42814B68}"/>
          </ac:spMkLst>
        </pc:spChg>
      </pc:sldChg>
      <pc:sldChg chg="addSp delSp modSp add replId">
        <pc:chgData name="Guest User" userId="S::urn:spo:tenantanon#44e3cf94-19c9-4e32-96c3-14f5bf01391a::" providerId="AD" clId="Web-{C43C696F-6E04-DED9-075A-8D50A3CD04DD}" dt="2026-01-06T01:46:53.813" v="238"/>
        <pc:sldMkLst>
          <pc:docMk/>
          <pc:sldMk cId="2248049284" sldId="309"/>
        </pc:sldMkLst>
        <pc:spChg chg="mod">
          <ac:chgData name="Guest User" userId="S::urn:spo:tenantanon#44e3cf94-19c9-4e32-96c3-14f5bf01391a::" providerId="AD" clId="Web-{C43C696F-6E04-DED9-075A-8D50A3CD04DD}" dt="2026-01-06T01:46:09.422" v="226" actId="1076"/>
          <ac:spMkLst>
            <pc:docMk/>
            <pc:sldMk cId="2248049284" sldId="309"/>
            <ac:spMk id="3" creationId="{AA71C13C-5E07-21FA-BAA8-05790BEDAA67}"/>
          </ac:spMkLst>
        </pc:spChg>
        <pc:spChg chg="del">
          <ac:chgData name="Guest User" userId="S::urn:spo:tenantanon#44e3cf94-19c9-4e32-96c3-14f5bf01391a::" providerId="AD" clId="Web-{C43C696F-6E04-DED9-075A-8D50A3CD04DD}" dt="2026-01-06T01:36:09.794" v="135"/>
          <ac:spMkLst>
            <pc:docMk/>
            <pc:sldMk cId="2248049284" sldId="309"/>
            <ac:spMk id="4" creationId="{0E3D7DDA-8586-67B1-8786-7ECAFD8D07A6}"/>
          </ac:spMkLst>
        </pc:spChg>
        <pc:spChg chg="del">
          <ac:chgData name="Guest User" userId="S::urn:spo:tenantanon#44e3cf94-19c9-4e32-96c3-14f5bf01391a::" providerId="AD" clId="Web-{C43C696F-6E04-DED9-075A-8D50A3CD04DD}" dt="2026-01-06T01:36:09.122" v="134"/>
          <ac:spMkLst>
            <pc:docMk/>
            <pc:sldMk cId="2248049284" sldId="309"/>
            <ac:spMk id="5" creationId="{AD3D791A-FE37-51EB-38EE-142E276FE2ED}"/>
          </ac:spMkLst>
        </pc:spChg>
        <pc:spChg chg="mod">
          <ac:chgData name="Guest User" userId="S::urn:spo:tenantanon#44e3cf94-19c9-4e32-96c3-14f5bf01391a::" providerId="AD" clId="Web-{C43C696F-6E04-DED9-075A-8D50A3CD04DD}" dt="2026-01-06T01:36:16.138" v="136" actId="1076"/>
          <ac:spMkLst>
            <pc:docMk/>
            <pc:sldMk cId="2248049284" sldId="309"/>
            <ac:spMk id="6" creationId="{03243F4B-7FA9-47A1-C023-A804F1102A4B}"/>
          </ac:spMkLst>
        </pc:spChg>
        <pc:spChg chg="add mod">
          <ac:chgData name="Guest User" userId="S::urn:spo:tenantanon#44e3cf94-19c9-4e32-96c3-14f5bf01391a::" providerId="AD" clId="Web-{C43C696F-6E04-DED9-075A-8D50A3CD04DD}" dt="2026-01-06T01:45:07.235" v="211" actId="1076"/>
          <ac:spMkLst>
            <pc:docMk/>
            <pc:sldMk cId="2248049284" sldId="309"/>
            <ac:spMk id="7" creationId="{9DE2DCBC-9380-45F9-A0C4-75BD435E7D36}"/>
          </ac:spMkLst>
        </pc:spChg>
        <pc:spChg chg="mod">
          <ac:chgData name="Guest User" userId="S::urn:spo:tenantanon#44e3cf94-19c9-4e32-96c3-14f5bf01391a::" providerId="AD" clId="Web-{C43C696F-6E04-DED9-075A-8D50A3CD04DD}" dt="2026-01-06T01:45:56.500" v="221" actId="1076"/>
          <ac:spMkLst>
            <pc:docMk/>
            <pc:sldMk cId="2248049284" sldId="309"/>
            <ac:spMk id="8" creationId="{DDCC8571-E4D6-3B7A-4C60-0E8256AF7CB4}"/>
          </ac:spMkLst>
        </pc:spChg>
        <pc:spChg chg="mod">
          <ac:chgData name="Guest User" userId="S::urn:spo:tenantanon#44e3cf94-19c9-4e32-96c3-14f5bf01391a::" providerId="AD" clId="Web-{C43C696F-6E04-DED9-075A-8D50A3CD04DD}" dt="2026-01-06T01:45:42.219" v="217" actId="1076"/>
          <ac:spMkLst>
            <pc:docMk/>
            <pc:sldMk cId="2248049284" sldId="309"/>
            <ac:spMk id="9" creationId="{B99B9488-EB2F-D423-90D1-DFBC1330E501}"/>
          </ac:spMkLst>
        </pc:spChg>
        <pc:spChg chg="mod">
          <ac:chgData name="Guest User" userId="S::urn:spo:tenantanon#44e3cf94-19c9-4e32-96c3-14f5bf01391a::" providerId="AD" clId="Web-{C43C696F-6E04-DED9-075A-8D50A3CD04DD}" dt="2026-01-06T01:46:18.532" v="228" actId="14100"/>
          <ac:spMkLst>
            <pc:docMk/>
            <pc:sldMk cId="2248049284" sldId="309"/>
            <ac:spMk id="10" creationId="{25007411-5D6B-C71C-48AF-C23D55637D60}"/>
          </ac:spMkLst>
        </pc:spChg>
        <pc:spChg chg="mod">
          <ac:chgData name="Guest User" userId="S::urn:spo:tenantanon#44e3cf94-19c9-4e32-96c3-14f5bf01391a::" providerId="AD" clId="Web-{C43C696F-6E04-DED9-075A-8D50A3CD04DD}" dt="2026-01-06T01:45:46.547" v="219" actId="1076"/>
          <ac:spMkLst>
            <pc:docMk/>
            <pc:sldMk cId="2248049284" sldId="309"/>
            <ac:spMk id="11" creationId="{6CFF797C-190F-E68B-137F-64467D95C115}"/>
          </ac:spMkLst>
        </pc:spChg>
        <pc:spChg chg="add mod">
          <ac:chgData name="Guest User" userId="S::urn:spo:tenantanon#44e3cf94-19c9-4e32-96c3-14f5bf01391a::" providerId="AD" clId="Web-{C43C696F-6E04-DED9-075A-8D50A3CD04DD}" dt="2026-01-06T01:41:47.905" v="168" actId="1076"/>
          <ac:spMkLst>
            <pc:docMk/>
            <pc:sldMk cId="2248049284" sldId="309"/>
            <ac:spMk id="12" creationId="{63E75F75-A2FD-08E4-C1BD-DF2334CE347F}"/>
          </ac:spMkLst>
        </pc:spChg>
        <pc:spChg chg="add mod">
          <ac:chgData name="Guest User" userId="S::urn:spo:tenantanon#44e3cf94-19c9-4e32-96c3-14f5bf01391a::" providerId="AD" clId="Web-{C43C696F-6E04-DED9-075A-8D50A3CD04DD}" dt="2026-01-06T01:42:07.983" v="173" actId="1076"/>
          <ac:spMkLst>
            <pc:docMk/>
            <pc:sldMk cId="2248049284" sldId="309"/>
            <ac:spMk id="13" creationId="{AC0DB5F4-12FD-0357-B76F-03DA35E3DBB3}"/>
          </ac:spMkLst>
        </pc:spChg>
        <pc:spChg chg="add mod">
          <ac:chgData name="Guest User" userId="S::urn:spo:tenantanon#44e3cf94-19c9-4e32-96c3-14f5bf01391a::" providerId="AD" clId="Web-{C43C696F-6E04-DED9-075A-8D50A3CD04DD}" dt="2026-01-06T01:42:01.733" v="172" actId="1076"/>
          <ac:spMkLst>
            <pc:docMk/>
            <pc:sldMk cId="2248049284" sldId="309"/>
            <ac:spMk id="14" creationId="{5D75286A-A2C5-B77E-4BA3-738038D2F89F}"/>
          </ac:spMkLst>
        </pc:spChg>
        <pc:spChg chg="add mod">
          <ac:chgData name="Guest User" userId="S::urn:spo:tenantanon#44e3cf94-19c9-4e32-96c3-14f5bf01391a::" providerId="AD" clId="Web-{C43C696F-6E04-DED9-075A-8D50A3CD04DD}" dt="2026-01-06T01:43:50.656" v="194" actId="1076"/>
          <ac:spMkLst>
            <pc:docMk/>
            <pc:sldMk cId="2248049284" sldId="309"/>
            <ac:spMk id="15" creationId="{E08E48FE-1A21-FA8F-6D68-E48D393C05ED}"/>
          </ac:spMkLst>
        </pc:spChg>
        <pc:spChg chg="add mod">
          <ac:chgData name="Guest User" userId="S::urn:spo:tenantanon#44e3cf94-19c9-4e32-96c3-14f5bf01391a::" providerId="AD" clId="Web-{C43C696F-6E04-DED9-075A-8D50A3CD04DD}" dt="2026-01-06T01:43:56.609" v="195" actId="1076"/>
          <ac:spMkLst>
            <pc:docMk/>
            <pc:sldMk cId="2248049284" sldId="309"/>
            <ac:spMk id="16" creationId="{A96ABA37-E4FD-D91E-39DD-5537440F58F3}"/>
          </ac:spMkLst>
        </pc:spChg>
        <pc:spChg chg="add mod">
          <ac:chgData name="Guest User" userId="S::urn:spo:tenantanon#44e3cf94-19c9-4e32-96c3-14f5bf01391a::" providerId="AD" clId="Web-{C43C696F-6E04-DED9-075A-8D50A3CD04DD}" dt="2026-01-06T01:44:04.312" v="196" actId="1076"/>
          <ac:spMkLst>
            <pc:docMk/>
            <pc:sldMk cId="2248049284" sldId="309"/>
            <ac:spMk id="17" creationId="{BA9A8BAD-EDBC-C247-A97C-86513F34D6D2}"/>
          </ac:spMkLst>
        </pc:spChg>
        <pc:spChg chg="add mod">
          <ac:chgData name="Guest User" userId="S::urn:spo:tenantanon#44e3cf94-19c9-4e32-96c3-14f5bf01391a::" providerId="AD" clId="Web-{C43C696F-6E04-DED9-075A-8D50A3CD04DD}" dt="2026-01-06T01:44:09.391" v="197" actId="1076"/>
          <ac:spMkLst>
            <pc:docMk/>
            <pc:sldMk cId="2248049284" sldId="309"/>
            <ac:spMk id="18" creationId="{82C99044-18CF-9B5B-1692-64C86346BEC0}"/>
          </ac:spMkLst>
        </pc:spChg>
        <pc:spChg chg="add del">
          <ac:chgData name="Guest User" userId="S::urn:spo:tenantanon#44e3cf94-19c9-4e32-96c3-14f5bf01391a::" providerId="AD" clId="Web-{C43C696F-6E04-DED9-075A-8D50A3CD04DD}" dt="2026-01-06T01:44:17.875" v="199"/>
          <ac:spMkLst>
            <pc:docMk/>
            <pc:sldMk cId="2248049284" sldId="309"/>
            <ac:spMk id="19" creationId="{5F5BF802-CE7C-9889-2A97-43CC8DBC427A}"/>
          </ac:spMkLst>
        </pc:spChg>
        <pc:spChg chg="add del">
          <ac:chgData name="Guest User" userId="S::urn:spo:tenantanon#44e3cf94-19c9-4e32-96c3-14f5bf01391a::" providerId="AD" clId="Web-{C43C696F-6E04-DED9-075A-8D50A3CD04DD}" dt="2026-01-06T01:44:29.125" v="201"/>
          <ac:spMkLst>
            <pc:docMk/>
            <pc:sldMk cId="2248049284" sldId="309"/>
            <ac:spMk id="20" creationId="{8358F147-65DB-EB4B-C5F0-45DDADCA7D86}"/>
          </ac:spMkLst>
        </pc:spChg>
        <pc:spChg chg="add mod">
          <ac:chgData name="Guest User" userId="S::urn:spo:tenantanon#44e3cf94-19c9-4e32-96c3-14f5bf01391a::" providerId="AD" clId="Web-{C43C696F-6E04-DED9-075A-8D50A3CD04DD}" dt="2026-01-06T01:46:31.282" v="233" actId="20577"/>
          <ac:spMkLst>
            <pc:docMk/>
            <pc:sldMk cId="2248049284" sldId="309"/>
            <ac:spMk id="21" creationId="{DABC715F-21A8-EAAD-C214-A52861099853}"/>
          </ac:spMkLst>
        </pc:spChg>
        <pc:spChg chg="add mod">
          <ac:chgData name="Guest User" userId="S::urn:spo:tenantanon#44e3cf94-19c9-4e32-96c3-14f5bf01391a::" providerId="AD" clId="Web-{C43C696F-6E04-DED9-075A-8D50A3CD04DD}" dt="2026-01-06T01:46:43.954" v="236" actId="20577"/>
          <ac:spMkLst>
            <pc:docMk/>
            <pc:sldMk cId="2248049284" sldId="309"/>
            <ac:spMk id="22" creationId="{C4B75293-2A9A-781E-8E1B-C4D3AFCC2677}"/>
          </ac:spMkLst>
        </pc:spChg>
        <pc:spChg chg="add mod">
          <ac:chgData name="Guest User" userId="S::urn:spo:tenantanon#44e3cf94-19c9-4e32-96c3-14f5bf01391a::" providerId="AD" clId="Web-{C43C696F-6E04-DED9-075A-8D50A3CD04DD}" dt="2026-01-06T01:46:28.297" v="231" actId="20577"/>
          <ac:spMkLst>
            <pc:docMk/>
            <pc:sldMk cId="2248049284" sldId="309"/>
            <ac:spMk id="24" creationId="{4774628E-2C0C-CD13-3EF0-51FEDA00E466}"/>
          </ac:spMkLst>
        </pc:spChg>
        <pc:spChg chg="add mod">
          <ac:chgData name="Guest User" userId="S::urn:spo:tenantanon#44e3cf94-19c9-4e32-96c3-14f5bf01391a::" providerId="AD" clId="Web-{C43C696F-6E04-DED9-075A-8D50A3CD04DD}" dt="2026-01-06T01:46:24.016" v="230" actId="20577"/>
          <ac:spMkLst>
            <pc:docMk/>
            <pc:sldMk cId="2248049284" sldId="309"/>
            <ac:spMk id="25" creationId="{4967B13F-985F-B884-5935-53FB9397820F}"/>
          </ac:spMkLst>
        </pc:spChg>
        <pc:spChg chg="del">
          <ac:chgData name="Guest User" userId="S::urn:spo:tenantanon#44e3cf94-19c9-4e32-96c3-14f5bf01391a::" providerId="AD" clId="Web-{C43C696F-6E04-DED9-075A-8D50A3CD04DD}" dt="2026-01-06T01:41:37.905" v="165"/>
          <ac:spMkLst>
            <pc:docMk/>
            <pc:sldMk cId="2248049284" sldId="309"/>
            <ac:spMk id="27" creationId="{2E82249B-9BD5-9BEE-2DD7-C3B227DD262E}"/>
          </ac:spMkLst>
        </pc:spChg>
        <pc:spChg chg="del">
          <ac:chgData name="Guest User" userId="S::urn:spo:tenantanon#44e3cf94-19c9-4e32-96c3-14f5bf01391a::" providerId="AD" clId="Web-{C43C696F-6E04-DED9-075A-8D50A3CD04DD}" dt="2026-01-06T01:41:42.077" v="167"/>
          <ac:spMkLst>
            <pc:docMk/>
            <pc:sldMk cId="2248049284" sldId="309"/>
            <ac:spMk id="28" creationId="{86C7DC1D-136A-E101-A251-246A5A7FBCDE}"/>
          </ac:spMkLst>
        </pc:spChg>
        <pc:spChg chg="mod">
          <ac:chgData name="Guest User" userId="S::urn:spo:tenantanon#44e3cf94-19c9-4e32-96c3-14f5bf01391a::" providerId="AD" clId="Web-{C43C696F-6E04-DED9-075A-8D50A3CD04DD}" dt="2026-01-06T01:41:35.093" v="163" actId="20577"/>
          <ac:spMkLst>
            <pc:docMk/>
            <pc:sldMk cId="2248049284" sldId="309"/>
            <ac:spMk id="29" creationId="{0DA279E8-4B6F-1AC8-0D44-A0DFB663F8DA}"/>
          </ac:spMkLst>
        </pc:spChg>
        <pc:spChg chg="del mod">
          <ac:chgData name="Guest User" userId="S::urn:spo:tenantanon#44e3cf94-19c9-4e32-96c3-14f5bf01391a::" providerId="AD" clId="Web-{C43C696F-6E04-DED9-075A-8D50A3CD04DD}" dt="2026-01-06T01:41:40.593" v="166"/>
          <ac:spMkLst>
            <pc:docMk/>
            <pc:sldMk cId="2248049284" sldId="309"/>
            <ac:spMk id="30" creationId="{BC0F5584-4F67-7B29-523C-CCCE7543ECE9}"/>
          </ac:spMkLst>
        </pc:spChg>
        <pc:spChg chg="del">
          <ac:chgData name="Guest User" userId="S::urn:spo:tenantanon#44e3cf94-19c9-4e32-96c3-14f5bf01391a::" providerId="AD" clId="Web-{C43C696F-6E04-DED9-075A-8D50A3CD04DD}" dt="2026-01-06T01:41:25.983" v="159"/>
          <ac:spMkLst>
            <pc:docMk/>
            <pc:sldMk cId="2248049284" sldId="309"/>
            <ac:spMk id="31" creationId="{1F787F67-2E40-0EC0-957C-540A9702CA23}"/>
          </ac:spMkLst>
        </pc:spChg>
        <pc:spChg chg="del">
          <ac:chgData name="Guest User" userId="S::urn:spo:tenantanon#44e3cf94-19c9-4e32-96c3-14f5bf01391a::" providerId="AD" clId="Web-{C43C696F-6E04-DED9-075A-8D50A3CD04DD}" dt="2026-01-06T01:41:32.358" v="162"/>
          <ac:spMkLst>
            <pc:docMk/>
            <pc:sldMk cId="2248049284" sldId="309"/>
            <ac:spMk id="32" creationId="{C79C2CA2-F08B-567D-F683-BA974509EE79}"/>
          </ac:spMkLst>
        </pc:spChg>
        <pc:spChg chg="del mod">
          <ac:chgData name="Guest User" userId="S::urn:spo:tenantanon#44e3cf94-19c9-4e32-96c3-14f5bf01391a::" providerId="AD" clId="Web-{C43C696F-6E04-DED9-075A-8D50A3CD04DD}" dt="2026-01-06T01:41:30.186" v="161"/>
          <ac:spMkLst>
            <pc:docMk/>
            <pc:sldMk cId="2248049284" sldId="309"/>
            <ac:spMk id="34" creationId="{69CB034B-EC41-FA7F-1D8A-D2549ABF3415}"/>
          </ac:spMkLst>
        </pc:spChg>
        <pc:spChg chg="add mod">
          <ac:chgData name="Guest User" userId="S::urn:spo:tenantanon#44e3cf94-19c9-4e32-96c3-14f5bf01391a::" providerId="AD" clId="Web-{C43C696F-6E04-DED9-075A-8D50A3CD04DD}" dt="2026-01-06T01:46:53.813" v="238"/>
          <ac:spMkLst>
            <pc:docMk/>
            <pc:sldMk cId="2248049284" sldId="309"/>
            <ac:spMk id="35" creationId="{B00D7D54-5633-BAB6-A1E2-644D45E761B7}"/>
          </ac:spMkLst>
        </pc:spChg>
      </pc:sldChg>
      <pc:sldChg chg="new del">
        <pc:chgData name="Guest User" userId="S::urn:spo:tenantanon#44e3cf94-19c9-4e32-96c3-14f5bf01391a::" providerId="AD" clId="Web-{C43C696F-6E04-DED9-075A-8D50A3CD04DD}" dt="2026-01-06T01:23:17.326" v="41"/>
        <pc:sldMkLst>
          <pc:docMk/>
          <pc:sldMk cId="3703928296" sldId="309"/>
        </pc:sldMkLst>
      </pc:sldChg>
      <pc:sldChg chg="new del">
        <pc:chgData name="Guest User" userId="S::urn:spo:tenantanon#44e3cf94-19c9-4e32-96c3-14f5bf01391a::" providerId="AD" clId="Web-{C43C696F-6E04-DED9-075A-8D50A3CD04DD}" dt="2026-01-06T01:23:08.357" v="40"/>
        <pc:sldMkLst>
          <pc:docMk/>
          <pc:sldMk cId="1742467269" sldId="310"/>
        </pc:sldMkLst>
      </pc:sldChg>
    </pc:docChg>
  </pc:docChgLst>
  <pc:docChgLst>
    <pc:chgData name="Guest User" userId="S::urn:spo:tenantanon#44e3cf94-19c9-4e32-96c3-14f5bf01391a::" providerId="AD" clId="Web-{7CB8019B-B4D3-F5EF-2EBA-C080FD94014D}"/>
    <pc:docChg chg="modSld">
      <pc:chgData name="Guest User" userId="S::urn:spo:tenantanon#44e3cf94-19c9-4e32-96c3-14f5bf01391a::" providerId="AD" clId="Web-{7CB8019B-B4D3-F5EF-2EBA-C080FD94014D}" dt="2026-01-05T04:33:21.415" v="14"/>
      <pc:docMkLst>
        <pc:docMk/>
      </pc:docMkLst>
      <pc:sldChg chg="addSp delSp">
        <pc:chgData name="Guest User" userId="S::urn:spo:tenantanon#44e3cf94-19c9-4e32-96c3-14f5bf01391a::" providerId="AD" clId="Web-{7CB8019B-B4D3-F5EF-2EBA-C080FD94014D}" dt="2026-01-05T04:33:21.415" v="14"/>
        <pc:sldMkLst>
          <pc:docMk/>
          <pc:sldMk cId="0" sldId="259"/>
        </pc:sldMkLst>
        <pc:inkChg chg="del">
          <ac:chgData name="Guest User" userId="S::urn:spo:tenantanon#44e3cf94-19c9-4e32-96c3-14f5bf01391a::" providerId="AD" clId="Web-{7CB8019B-B4D3-F5EF-2EBA-C080FD94014D}" dt="2026-01-05T04:33:16.728" v="8"/>
          <ac:inkMkLst>
            <pc:docMk/>
            <pc:sldMk cId="0" sldId="259"/>
            <ac:inkMk id="19" creationId="{802CD183-B2C3-BED0-C2E3-3A2787FC071E}"/>
          </ac:inkMkLst>
        </pc:inkChg>
        <pc:inkChg chg="del">
          <ac:chgData name="Guest User" userId="S::urn:spo:tenantanon#44e3cf94-19c9-4e32-96c3-14f5bf01391a::" providerId="AD" clId="Web-{7CB8019B-B4D3-F5EF-2EBA-C080FD94014D}" dt="2026-01-05T04:33:16.728" v="7"/>
          <ac:inkMkLst>
            <pc:docMk/>
            <pc:sldMk cId="0" sldId="259"/>
            <ac:inkMk id="20" creationId="{1A08FA5B-E28C-DF5F-8D08-C45AD35D3E20}"/>
          </ac:inkMkLst>
        </pc:inkChg>
        <pc:inkChg chg="del">
          <ac:chgData name="Guest User" userId="S::urn:spo:tenantanon#44e3cf94-19c9-4e32-96c3-14f5bf01391a::" providerId="AD" clId="Web-{7CB8019B-B4D3-F5EF-2EBA-C080FD94014D}" dt="2026-01-05T04:33:20.306" v="13"/>
          <ac:inkMkLst>
            <pc:docMk/>
            <pc:sldMk cId="0" sldId="259"/>
            <ac:inkMk id="21" creationId="{4D3C3DE3-99A7-4F9A-AD07-695783C5780A}"/>
          </ac:inkMkLst>
        </pc:inkChg>
        <pc:inkChg chg="del">
          <ac:chgData name="Guest User" userId="S::urn:spo:tenantanon#44e3cf94-19c9-4e32-96c3-14f5bf01391a::" providerId="AD" clId="Web-{7CB8019B-B4D3-F5EF-2EBA-C080FD94014D}" dt="2026-01-05T04:33:16.728" v="6"/>
          <ac:inkMkLst>
            <pc:docMk/>
            <pc:sldMk cId="0" sldId="259"/>
            <ac:inkMk id="22" creationId="{C83707FE-563A-8C4D-7E12-F2BF63AB7DF4}"/>
          </ac:inkMkLst>
        </pc:inkChg>
        <pc:inkChg chg="del">
          <ac:chgData name="Guest User" userId="S::urn:spo:tenantanon#44e3cf94-19c9-4e32-96c3-14f5bf01391a::" providerId="AD" clId="Web-{7CB8019B-B4D3-F5EF-2EBA-C080FD94014D}" dt="2026-01-05T04:33:16.728" v="5"/>
          <ac:inkMkLst>
            <pc:docMk/>
            <pc:sldMk cId="0" sldId="259"/>
            <ac:inkMk id="23" creationId="{F2CA923A-DD7A-956E-4BD5-D1EFF800DB8D}"/>
          </ac:inkMkLst>
        </pc:inkChg>
        <pc:inkChg chg="del">
          <ac:chgData name="Guest User" userId="S::urn:spo:tenantanon#44e3cf94-19c9-4e32-96c3-14f5bf01391a::" providerId="AD" clId="Web-{7CB8019B-B4D3-F5EF-2EBA-C080FD94014D}" dt="2026-01-05T04:33:16.728" v="4"/>
          <ac:inkMkLst>
            <pc:docMk/>
            <pc:sldMk cId="0" sldId="259"/>
            <ac:inkMk id="24" creationId="{00208462-CB7A-6B18-1A50-2E7945EF8E78}"/>
          </ac:inkMkLst>
        </pc:inkChg>
        <pc:inkChg chg="del">
          <ac:chgData name="Guest User" userId="S::urn:spo:tenantanon#44e3cf94-19c9-4e32-96c3-14f5bf01391a::" providerId="AD" clId="Web-{7CB8019B-B4D3-F5EF-2EBA-C080FD94014D}" dt="2026-01-05T04:33:17.603" v="10"/>
          <ac:inkMkLst>
            <pc:docMk/>
            <pc:sldMk cId="0" sldId="259"/>
            <ac:inkMk id="25" creationId="{37F4F0AB-5E1A-17EB-1F44-2879C6C87803}"/>
          </ac:inkMkLst>
        </pc:inkChg>
        <pc:inkChg chg="add del">
          <ac:chgData name="Guest User" userId="S::urn:spo:tenantanon#44e3cf94-19c9-4e32-96c3-14f5bf01391a::" providerId="AD" clId="Web-{7CB8019B-B4D3-F5EF-2EBA-C080FD94014D}" dt="2026-01-05T04:33:21.415" v="14"/>
          <ac:inkMkLst>
            <pc:docMk/>
            <pc:sldMk cId="0" sldId="259"/>
            <ac:inkMk id="26" creationId="{7A0426FE-8FFA-0E46-7757-00C5FBEDEEDF}"/>
          </ac:inkMkLst>
        </pc:inkChg>
        <pc:inkChg chg="add del">
          <ac:chgData name="Guest User" userId="S::urn:spo:tenantanon#44e3cf94-19c9-4e32-96c3-14f5bf01391a::" providerId="AD" clId="Web-{7CB8019B-B4D3-F5EF-2EBA-C080FD94014D}" dt="2026-01-05T04:33:18.228" v="12"/>
          <ac:inkMkLst>
            <pc:docMk/>
            <pc:sldMk cId="0" sldId="259"/>
            <ac:inkMk id="27" creationId="{0990311C-BDD2-9328-F2B5-1636ED17DB29}"/>
          </ac:inkMkLst>
        </pc:inkChg>
        <pc:inkChg chg="add del">
          <ac:chgData name="Guest User" userId="S::urn:spo:tenantanon#44e3cf94-19c9-4e32-96c3-14f5bf01391a::" providerId="AD" clId="Web-{7CB8019B-B4D3-F5EF-2EBA-C080FD94014D}" dt="2026-01-05T04:33:18.228" v="11"/>
          <ac:inkMkLst>
            <pc:docMk/>
            <pc:sldMk cId="0" sldId="259"/>
            <ac:inkMk id="28" creationId="{B2DCE468-9315-A09D-9048-8BB1372B9FD5}"/>
          </ac:inkMkLst>
        </pc:inkChg>
        <pc:inkChg chg="add del">
          <ac:chgData name="Guest User" userId="S::urn:spo:tenantanon#44e3cf94-19c9-4e32-96c3-14f5bf01391a::" providerId="AD" clId="Web-{7CB8019B-B4D3-F5EF-2EBA-C080FD94014D}" dt="2026-01-05T04:33:17.603" v="9"/>
          <ac:inkMkLst>
            <pc:docMk/>
            <pc:sldMk cId="0" sldId="259"/>
            <ac:inkMk id="29" creationId="{EFBB6969-E9C7-0D72-59F4-CD8DF21C9F8F}"/>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A1BD241-021B-400B-BFE3-0B6B1DA8EE31}" type="datetimeFigureOut">
              <a:t>1/10/2026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D0C2815-6C1E-4B93-BCCC-8214FB1DCC31}" type="slidenum">
              <a:t>‹#›</a:t>
            </a:fld>
            <a:endParaRPr lang="en-US"/>
          </a:p>
        </p:txBody>
      </p:sp>
    </p:spTree>
    <p:extLst>
      <p:ext uri="{BB962C8B-B14F-4D97-AF65-F5344CB8AC3E}">
        <p14:creationId xmlns:p14="http://schemas.microsoft.com/office/powerpoint/2010/main" val="4059591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 AI-generated background (no external source).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2AE08-F8BA-F7C5-4F0A-76220BF54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00E09-6EC1-3C86-A9D2-37E4868D4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859F2-8EEB-F5CA-E05F-1DDD5FD65DA3}"/>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82684433-F7B5-A402-26C9-AE544EFAF2E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48385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A8AAB-BB61-D11E-1ADF-D87DE68AA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DFAE2-8DF7-26B8-70A9-79882FF68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DC095-2DF2-AA22-8C83-4A1FB56C30CF}"/>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A1F30364-746F-B32B-1A54-64BB348C2AA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76372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B7AD-A8A9-63BB-1005-9FBAB71BC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C2BAE-5D7E-FB05-95AC-D27572C7C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49842-CC5A-9479-2830-253BCA1BA50A}"/>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BC668F75-50E9-1EF0-465C-B7450DC45BE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26970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7B55-5571-E8FE-E7DE-2C557BEEE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C7E1F-18C9-A1C7-F6B7-B041388C8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8B8C4-2117-0D2A-4064-B39C660A95E6}"/>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D282C95D-DDDD-6D82-3463-708D0A609C5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90833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78CE3-9AF2-D308-9F00-83E420223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238FB-A463-ADC8-7014-0AA99315D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AD2F2-42FA-F4B7-845D-FAAE9B9C4A03}"/>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54A3116C-80C1-87BF-9205-4AEDC726FF4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08303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4DE3B-2088-A594-215C-D427073A1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529C4-5A05-BAB6-EC62-02D900191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E8C3E-563C-21ED-058A-B4CBD37D1DE1}"/>
              </a:ext>
            </a:extLst>
          </p:cNvPr>
          <p:cNvSpPr>
            <a:spLocks noGrp="1"/>
          </p:cNvSpPr>
          <p:nvPr>
            <p:ph type="body" idx="1"/>
          </p:nvPr>
        </p:nvSpPr>
        <p:spPr/>
        <p:txBody>
          <a:bodyPr/>
          <a:lstStyle/>
          <a:p>
            <a:r>
              <a:rPr lang="en-US"/>
              <a:t>[Sources]
- No external sources.
[/Sources]</a:t>
            </a:r>
          </a:p>
        </p:txBody>
      </p:sp>
      <p:sp>
        <p:nvSpPr>
          <p:cNvPr id="4" name="Slide Number Placeholder 3">
            <a:extLst>
              <a:ext uri="{FF2B5EF4-FFF2-40B4-BE49-F238E27FC236}">
                <a16:creationId xmlns:a16="http://schemas.microsoft.com/office/drawing/2014/main" id="{EE0EC61E-562A-DB72-4ADE-DD4719290A8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8412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E4330-EC06-5C06-6A7F-F0A258599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D537F-82F6-E4D8-CFA0-B49ACE7D5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8E28D-F6AD-B978-2191-27CB5CF1F2DF}"/>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C223189D-EFC1-943B-216D-755CC85A218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71335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753F-90B9-61F6-0B03-F086DB6D4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80EB2-4352-A3E4-B9D0-D9FA666A8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58B87-9A9B-27E2-A1F5-90C894D3F084}"/>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00146FAC-946E-7791-4F84-DB6A80CEA20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11224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315B-14F5-4269-B6D4-2EC5C27C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C3EBB-7414-F3EC-BB72-010C2495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949B3-DB8B-2EC3-A2F7-05632D6B1B6C}"/>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B4F7BB2A-5D50-DA44-F71A-C857053EF13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95845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8B8A-3722-823E-27FD-227A0ED4F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34A9-EDCA-5600-66E4-69064E3B0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0FDB8-6B97-39BF-97BC-1A7E2F5FBF35}"/>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2F03C89F-6672-B41F-0C87-63B65EF3EB1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2599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6062-D2CF-48B1-3615-5765C7917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6E957-ADC8-2FC5-43DC-FA1AA514B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7440A-0BED-5E83-0C06-7C87B1505CD4}"/>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A3B6B4A5-509A-A914-36F2-B61E946231C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64419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CBAE5-0950-7764-60E1-6AE94497B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57072-18FC-EA20-64D8-3B7AD5161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DE4C0-75E4-66F2-05A0-64DBDFF11454}"/>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97FC51AD-6C44-7D64-DB3F-0C55213D660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31858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780B-201B-2F61-871C-F23F07386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EEDEA-6CFB-87A7-966E-4AE97723B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1895D-7A45-72CE-B61A-757179B2879F}"/>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CA6EEFAE-5C6C-3CFF-4137-0C274AF53D1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891154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B04B-8CA7-AF49-65B9-E6CDDC45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6689D-256C-4812-37F5-8900762AD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7F63F-B528-BE0E-B250-E37467BB7A45}"/>
              </a:ext>
            </a:extLst>
          </p:cNvPr>
          <p:cNvSpPr>
            <a:spLocks noGrp="1"/>
          </p:cNvSpPr>
          <p:nvPr>
            <p:ph type="body" idx="1"/>
          </p:nvPr>
        </p:nvSpPr>
        <p:spPr/>
        <p:txBody>
          <a:bodyPr/>
          <a:lstStyle/>
          <a:p>
            <a:r>
              <a:rPr lang="en-US"/>
              <a:t>[Sources]
- No external sources.
[/Sources]</a:t>
            </a:r>
          </a:p>
        </p:txBody>
      </p:sp>
      <p:sp>
        <p:nvSpPr>
          <p:cNvPr id="4" name="Slide Number Placeholder 3">
            <a:extLst>
              <a:ext uri="{FF2B5EF4-FFF2-40B4-BE49-F238E27FC236}">
                <a16:creationId xmlns:a16="http://schemas.microsoft.com/office/drawing/2014/main" id="{2E8F758C-032B-0218-542D-0EA1732934F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76227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15BC-1A2D-49A5-5447-1F872CA9E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39A0C-FB58-DC11-62EC-30C924EFE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A89CB-7CF1-312A-42D4-6CAE9E39DE41}"/>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A2EC11A7-3639-3D3D-1A67-DE1816E13E9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43068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315B-14F5-4269-B6D4-2EC5C27C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C3EBB-7414-F3EC-BB72-010C2495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949B3-DB8B-2EC3-A2F7-05632D6B1B6C}"/>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B4F7BB2A-5D50-DA44-F71A-C857053EF13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95845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8B8A-3722-823E-27FD-227A0ED4F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34A9-EDCA-5600-66E4-69064E3B0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0FDB8-6B97-39BF-97BC-1A7E2F5FBF35}"/>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2F03C89F-6672-B41F-0C87-63B65EF3EB1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259972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4430-7C6D-03E8-10FB-D47040F83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B28E0-8E27-3859-9A2F-75A0FC1FB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8492C-57BD-1000-5EB5-0986F77CE898}"/>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5BCAFD4F-BD90-A4F4-6890-9F1938647F2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68386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FF4E2-9E02-EF17-C23F-8724244A9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3A033-90C9-04EF-59C3-160931E54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8CEE2-1E36-DF27-566B-92608C7B3824}"/>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F7902C04-146C-064A-DF25-51FF93B193B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65528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3642-CF3D-C01F-DF08-24EDF13D6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CD208-349D-3346-C305-F0F1082C5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FA7EB-0F5E-4D36-2430-369CD79822C9}"/>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F130CC28-9DF3-30EB-59BA-D28D7B94976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231073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81A3-C66E-1317-276C-79297E52A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C17F4-55D9-E9BA-6A14-D6235C78E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D2998-E737-9B29-2074-F9B6BBA05EC0}"/>
              </a:ext>
            </a:extLst>
          </p:cNvPr>
          <p:cNvSpPr>
            <a:spLocks noGrp="1"/>
          </p:cNvSpPr>
          <p:nvPr>
            <p:ph type="body" idx="1"/>
          </p:nvPr>
        </p:nvSpPr>
        <p:spPr/>
        <p:txBody>
          <a:bodyPr/>
          <a:lstStyle/>
          <a:p>
            <a:r>
              <a:rPr lang="en-US"/>
              <a:t>[Sources]
- No external sources.
[/Sources]</a:t>
            </a:r>
          </a:p>
        </p:txBody>
      </p:sp>
      <p:sp>
        <p:nvSpPr>
          <p:cNvPr id="4" name="Slide Number Placeholder 3">
            <a:extLst>
              <a:ext uri="{FF2B5EF4-FFF2-40B4-BE49-F238E27FC236}">
                <a16:creationId xmlns:a16="http://schemas.microsoft.com/office/drawing/2014/main" id="{0A78A20A-A340-E769-2E57-36C2DDCBDF9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5509501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1F780-671F-065C-18D1-83977C738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74A8D-B440-A0C5-5C85-ED5693E44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86F70-3C32-FD08-B711-C0E028C07E0B}"/>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22A5AA99-C182-8885-7DB6-E29C83B30235}"/>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530368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48CDF-FB2B-1DEC-0208-090EFB1C8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F20E4-3D0F-2063-9C57-2032074AF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7FE04-9854-8351-42D7-BBB57FE9487B}"/>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20928E7C-DED3-4D52-C1CF-AF0F760D62C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550799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E0EF-B4D9-377D-5A0E-853B15941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69A6C-2CB8-5E80-0867-6D6690C6B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612B5-10E3-3864-577F-82FB58A95314}"/>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6D292BC6-272F-5376-5AF8-840BE09864BB}"/>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988095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077A-9160-54E6-E49D-C09B5E41E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FC7FB-4C54-EC6E-027B-82EE83D5B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4D527-EA95-479C-73E2-6B3B0A94A16E}"/>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5D2D4DE8-5F38-6F58-0B47-309CE56326F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4365243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B52E0-19D0-9771-5A6B-31547E3C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CA773-2650-0D30-B02A-4B545CC96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32E90-5078-4C6B-D165-5C33301972DA}"/>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407076CA-2D0C-49BB-835D-CB1694065B8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96899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F0EE7-06C3-C8FC-C1D6-953337852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9C26E-3E27-C531-0A81-CDE98DA9B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392DF-4C10-EB43-A994-4B8CDFB0B922}"/>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758D860A-EE1B-18EE-B40B-729483848F74}"/>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3869310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01196-7939-14BB-06F3-9324A9893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065C8-CD59-9770-83F2-5E3A8354F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7120E-690E-958A-30AE-A5104A14282F}"/>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B5550F3F-7A47-8390-477D-9C5781FBF610}"/>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786698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3961-FEAC-26EA-BE26-042BF918A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156DB-E0BB-FA62-8B25-0A7978910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6AF23-F350-6162-2A8C-73CF25C57C3D}"/>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7D171B65-E6B9-FA42-C66C-DA0405BCF7D8}"/>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8435070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718CF-92C1-74C4-EE4B-43CBC7191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053EF-87F5-9719-95CC-BECABD9A5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E50C7-C933-6945-2FB7-81BA6215FA30}"/>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F64947A7-5BB1-A2B5-A218-5245C0E94EE1}"/>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5405691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C28B4-D14B-48D9-8920-210F7751D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0918E-0F18-1BE0-912F-1DCA21DF3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4F7A7-9664-AA29-A5D3-C556FD916F7B}"/>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8C1C948F-BAE4-CE8F-8E9E-B35F21409A5C}"/>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9299880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54448-F90B-D7FF-AED7-AED8A5F52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A9D8E-269F-FF04-8846-8025C9D6A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5E683-CA9C-248F-255D-A1D2189E7610}"/>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AF1B6C4B-64E7-DDC9-DE70-6FB03DB4FC12}"/>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952206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F6457-CD97-D82F-7A6C-1D7F4C6A9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5FF04-354B-B056-E9BF-A5E61B08A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A4AF7-BBCB-5E88-D117-A0A6332665E5}"/>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05C0B260-217D-FE00-9AEE-5674A7AFA2A2}"/>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257797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D47C4-3356-880B-0561-AFF7F465F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DF4D1-8E6C-96F6-797E-EBDBA1D3B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5EC70-880B-0F91-6E7B-F18899DF4B20}"/>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1A1E7C63-DC6B-FE4E-7EDF-511CD5ABDCFF}"/>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5864200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6C549-74C2-1428-7263-2CD48E005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8CBEA-4211-EBB6-415B-919E715DB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8F329-9B95-D2E3-89E4-F7A80D9A1089}"/>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CAAB3345-D33C-F2BC-5C96-77461EC02440}"/>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3184886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C060F-6630-8CF5-ADFE-70DC358EE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B554B-3CD9-7446-901A-245294A58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1A2AF-166E-098C-938D-7EC58DC9CF62}"/>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1D11ACEB-2EDC-631E-709F-ACE09F78B16A}"/>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057605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 https://images.unsplash.com/photo-1498604636225-6b87a314baa0 (tea cup photo, Unsplash).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6BB5-FE47-DAB9-29D7-6FD81E502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ADE67-AA9A-A93D-9E2B-A2E3904FA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4FEF4-CB95-B868-0E36-24062CBD6CF3}"/>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4D19A49C-3A49-7307-7D29-7BDE93021A36}"/>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4020286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digital_illustration_features_an_abstract_backgr.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5" name="Text 2"/>
          <p:cNvSpPr/>
          <p:nvPr/>
        </p:nvSpPr>
        <p:spPr>
          <a:xfrm>
            <a:off x="822960" y="530352"/>
            <a:ext cx="1051560" cy="27432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LOGO</a:t>
            </a:r>
            <a:endParaRPr lang="en-US" sz="1200"/>
          </a:p>
        </p:txBody>
      </p:sp>
      <p:sp>
        <p:nvSpPr>
          <p:cNvPr id="6" name="Text 3"/>
          <p:cNvSpPr/>
          <p:nvPr/>
        </p:nvSpPr>
        <p:spPr>
          <a:xfrm>
            <a:off x="495122" y="3305307"/>
            <a:ext cx="10545775" cy="731520"/>
          </a:xfrm>
          <a:prstGeom prst="rect">
            <a:avLst/>
          </a:prstGeom>
          <a:noFill/>
          <a:ln/>
        </p:spPr>
        <p:txBody>
          <a:bodyPr wrap="square" lIns="91440" tIns="45720" rIns="91440" bIns="45720" rtlCol="0" anchor="ctr"/>
          <a:lstStyle/>
          <a:p>
            <a:r>
              <a:rPr lang="en-US" sz="4400" b="1">
                <a:solidFill>
                  <a:srgbClr val="F6F7F5"/>
                </a:solidFill>
                <a:ea typeface="+mn-lt"/>
                <a:cs typeface="+mn-lt"/>
              </a:rPr>
              <a:t>AI-Driven Innovations to Enhance Tea Production and Quality in Sri Lanka’s </a:t>
            </a:r>
            <a:endParaRPr lang="en-US" sz="4400" b="1">
              <a:solidFill>
                <a:srgbClr val="000000"/>
              </a:solidFill>
              <a:ea typeface="+mn-lt"/>
              <a:cs typeface="+mn-lt"/>
            </a:endParaRPr>
          </a:p>
          <a:p>
            <a:r>
              <a:rPr lang="en-US" sz="4400" b="1">
                <a:solidFill>
                  <a:srgbClr val="F6F7F5"/>
                </a:solidFill>
                <a:ea typeface="+mn-lt"/>
                <a:cs typeface="+mn-lt"/>
              </a:rPr>
              <a:t>Mid-Country</a:t>
            </a:r>
            <a:endParaRPr lang="en-US" sz="4400" b="1">
              <a:ea typeface="Calibri"/>
              <a:cs typeface="Calibri"/>
            </a:endParaRPr>
          </a:p>
        </p:txBody>
      </p:sp>
      <p:sp>
        <p:nvSpPr>
          <p:cNvPr id="18" name="Shape 15"/>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p:cNvSpPr/>
          <p:nvPr/>
        </p:nvSpPr>
        <p:spPr>
          <a:xfrm>
            <a:off x="548640" y="6473952"/>
            <a:ext cx="5943600" cy="274320"/>
          </a:xfrm>
          <a:prstGeom prst="rect">
            <a:avLst/>
          </a:prstGeom>
          <a:noFill/>
          <a:ln/>
        </p:spPr>
        <p:txBody>
          <a:bodyPr wrap="square" lIns="91440" tIns="45720" rIns="91440" bIns="45720" rtlCol="0" anchor="ctr"/>
          <a:lstStyle/>
          <a:p>
            <a:pPr marL="0" indent="0">
              <a:buNone/>
            </a:pPr>
            <a:r>
              <a:rPr lang="en-US" sz="1000">
                <a:solidFill>
                  <a:srgbClr val="6B7C73"/>
                </a:solidFill>
                <a:latin typeface="Calibri"/>
                <a:ea typeface="Calibri"/>
                <a:cs typeface="Calibri"/>
              </a:rPr>
              <a:t>PROJECT ID • 25-26J-133</a:t>
            </a:r>
            <a:endParaRPr lang="en-US" sz="1000"/>
          </a:p>
        </p:txBody>
      </p:sp>
      <p:sp>
        <p:nvSpPr>
          <p:cNvPr id="21" name="Text 18"/>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pic>
        <p:nvPicPr>
          <p:cNvPr id="22" name="Picture 21" descr="A logo with a green leaf&#10;&#10;AI-generated content may be incorrect.">
            <a:extLst>
              <a:ext uri="{FF2B5EF4-FFF2-40B4-BE49-F238E27FC236}">
                <a16:creationId xmlns:a16="http://schemas.microsoft.com/office/drawing/2014/main" id="{D2D2A2DC-C3D3-75A1-BF87-17A90B50D65B}"/>
              </a:ext>
            </a:extLst>
          </p:cNvPr>
          <p:cNvPicPr>
            <a:picLocks noChangeAspect="1"/>
          </p:cNvPicPr>
          <p:nvPr/>
        </p:nvPicPr>
        <p:blipFill>
          <a:blip r:embed="rId4"/>
          <a:srcRect l="4950" t="21547" r="-6271" b="26795"/>
          <a:stretch>
            <a:fillRect/>
          </a:stretch>
        </p:blipFill>
        <p:spPr>
          <a:xfrm>
            <a:off x="4603433" y="1285478"/>
            <a:ext cx="2039209" cy="1210225"/>
          </a:xfrm>
          <a:prstGeom prst="rect">
            <a:avLst/>
          </a:prstGeom>
        </p:spPr>
      </p:pic>
      <p:sp>
        <p:nvSpPr>
          <p:cNvPr id="9" name="Rectangle 8">
            <a:extLst>
              <a:ext uri="{FF2B5EF4-FFF2-40B4-BE49-F238E27FC236}">
                <a16:creationId xmlns:a16="http://schemas.microsoft.com/office/drawing/2014/main" id="{122ED088-96E1-45DA-D956-9C245EF52849}"/>
              </a:ext>
            </a:extLst>
          </p:cNvPr>
          <p:cNvSpPr/>
          <p:nvPr/>
        </p:nvSpPr>
        <p:spPr>
          <a:xfrm>
            <a:off x="-2421" y="6453852"/>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9A9F7A8-9A6E-3DB1-4DAB-E2981E357A8A}"/>
              </a:ext>
            </a:extLst>
          </p:cNvPr>
          <p:cNvPicPr>
            <a:picLocks noChangeAspect="1"/>
          </p:cNvPicPr>
          <p:nvPr/>
        </p:nvPicPr>
        <p:blipFill>
          <a:blip r:embed="rId5"/>
          <a:stretch>
            <a:fillRect/>
          </a:stretch>
        </p:blipFill>
        <p:spPr>
          <a:xfrm>
            <a:off x="105322" y="6477079"/>
            <a:ext cx="2371725" cy="381000"/>
          </a:xfrm>
          <a:prstGeom prst="rect">
            <a:avLst/>
          </a:prstGeom>
        </p:spPr>
      </p:pic>
      <p:sp>
        <p:nvSpPr>
          <p:cNvPr id="25" name="TextBox 24">
            <a:extLst>
              <a:ext uri="{FF2B5EF4-FFF2-40B4-BE49-F238E27FC236}">
                <a16:creationId xmlns:a16="http://schemas.microsoft.com/office/drawing/2014/main" id="{D3258610-0BA5-4C41-77E5-B655AE1F0F15}"/>
              </a:ext>
            </a:extLst>
          </p:cNvPr>
          <p:cNvSpPr txBox="1"/>
          <p:nvPr/>
        </p:nvSpPr>
        <p:spPr>
          <a:xfrm>
            <a:off x="9867001" y="6477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latin typeface="Calibri"/>
              </a:rPr>
              <a:t>25-26J-133</a:t>
            </a:r>
            <a:r>
              <a:rPr sz="1800" b="0" i="0">
                <a:solidFill>
                  <a:srgbClr val="000000"/>
                </a:solidFill>
                <a:latin typeface="Calibri"/>
                <a:ea typeface="Calibri"/>
                <a:cs typeface="Calibri"/>
              </a:rPr>
              <a:t>​</a:t>
            </a:r>
            <a:r>
              <a:rPr lang="en-US">
                <a:solidFill>
                  <a:srgbClr val="000000"/>
                </a:solidFill>
                <a:latin typeface="Calibri"/>
                <a:ea typeface="Calibri"/>
                <a:cs typeface="Calibri"/>
              </a:rPr>
              <a:t>               01</a:t>
            </a:r>
            <a:endParaRPr lang="en-US"/>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3C4C-CC5A-CCFF-014C-BFEF3DFF0817}"/>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72E9B49A-A661-992A-D25C-3FAD321F1389}"/>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A968F3FD-F981-479E-4982-13F30E023511}"/>
              </a:ext>
            </a:extLst>
          </p:cNvPr>
          <p:cNvSpPr/>
          <p:nvPr/>
        </p:nvSpPr>
        <p:spPr>
          <a:xfrm>
            <a:off x="0" y="36249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130612CE-8595-B454-2337-967DF1DCE2C1}"/>
              </a:ext>
            </a:extLst>
          </p:cNvPr>
          <p:cNvSpPr/>
          <p:nvPr/>
        </p:nvSpPr>
        <p:spPr>
          <a:xfrm>
            <a:off x="678367" y="1077313"/>
            <a:ext cx="10789920" cy="640080"/>
          </a:xfrm>
          <a:prstGeom prst="rect">
            <a:avLst/>
          </a:prstGeom>
          <a:noFill/>
          <a:ln/>
        </p:spPr>
        <p:txBody>
          <a:bodyPr wrap="square" lIns="91440" tIns="45720" rIns="91440" bIns="45720" rtlCol="0" anchor="ctr"/>
          <a:lstStyle/>
          <a:p>
            <a:r>
              <a:rPr lang="en-US" sz="2800" b="1" cap="all">
                <a:solidFill>
                  <a:schemeClr val="bg1"/>
                </a:solidFill>
                <a:latin typeface="Roboto"/>
                <a:ea typeface="Roboto"/>
                <a:cs typeface="Roboto"/>
              </a:rPr>
              <a:t>Problem Definition</a:t>
            </a:r>
            <a:endParaRPr lang="en-US" sz="2800" b="1">
              <a:solidFill>
                <a:schemeClr val="bg1"/>
              </a:solidFill>
              <a:latin typeface="Roboto"/>
              <a:ea typeface="Roboto"/>
              <a:cs typeface="Roboto"/>
            </a:endParaRPr>
          </a:p>
          <a:p>
            <a:endParaRPr lang="en-US" sz="3400" b="1">
              <a:solidFill>
                <a:schemeClr val="bg1"/>
              </a:solidFill>
              <a:ea typeface="Calibri"/>
              <a:cs typeface="Calibri"/>
            </a:endParaRPr>
          </a:p>
        </p:txBody>
      </p:sp>
      <p:sp>
        <p:nvSpPr>
          <p:cNvPr id="23" name="Shape 20">
            <a:extLst>
              <a:ext uri="{FF2B5EF4-FFF2-40B4-BE49-F238E27FC236}">
                <a16:creationId xmlns:a16="http://schemas.microsoft.com/office/drawing/2014/main" id="{45474E7C-F45D-03E7-8D99-F66FC3D3E525}"/>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D53AF51E-2DB2-09E2-3060-C6A6289B901B}"/>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75636513-5C31-A7B2-D7DA-0412A7AC26CC}"/>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97798BF8-318F-B696-56B5-47E33D774031}"/>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A63DD905-0DCE-AF1A-B709-8D18F4515516}"/>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681ECE37-2E71-E9D9-6029-4E6C5082F0F7}"/>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02</a:t>
            </a:r>
            <a:endParaRPr lang="en-US"/>
          </a:p>
        </p:txBody>
      </p:sp>
      <p:pic>
        <p:nvPicPr>
          <p:cNvPr id="38" name="Picture 37">
            <a:extLst>
              <a:ext uri="{FF2B5EF4-FFF2-40B4-BE49-F238E27FC236}">
                <a16:creationId xmlns:a16="http://schemas.microsoft.com/office/drawing/2014/main" id="{D41476ED-4DBA-08FE-8F0B-CF6EB9011D0C}"/>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A6C3C07E-B675-7C13-06B5-5D09F48D6BBD}"/>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8" name="Text 8">
            <a:extLst>
              <a:ext uri="{FF2B5EF4-FFF2-40B4-BE49-F238E27FC236}">
                <a16:creationId xmlns:a16="http://schemas.microsoft.com/office/drawing/2014/main" id="{F5CC8F83-8CA4-8A98-9737-27262192796F}"/>
              </a:ext>
            </a:extLst>
          </p:cNvPr>
          <p:cNvSpPr/>
          <p:nvPr/>
        </p:nvSpPr>
        <p:spPr>
          <a:xfrm>
            <a:off x="678855" y="2487074"/>
            <a:ext cx="10929958" cy="271617"/>
          </a:xfrm>
          <a:prstGeom prst="rect">
            <a:avLst/>
          </a:prstGeom>
          <a:noFill/>
          <a:ln/>
        </p:spPr>
        <p:txBody>
          <a:bodyPr wrap="square" lIns="91440" tIns="45720" rIns="91440" bIns="45720" rtlCol="0" anchor="ctr"/>
          <a:lstStyle/>
          <a:p>
            <a:r>
              <a:rPr lang="en-US" sz="2400">
                <a:solidFill>
                  <a:srgbClr val="FFFFFF"/>
                </a:solidFill>
                <a:ea typeface="+mn-lt"/>
                <a:cs typeface="+mn-lt"/>
              </a:rPr>
              <a:t>The Sri Lankan tea industry, though vital to the economy, struggles with productivity, quality, and sustainability. Farmers face inconsistent plucking, quality loss, and undetected disease and pest outbreaks, while factories and auction stakeholders depend on manual grading, limited forecasting, and inefficient planning, leading to reduced competitiveness.</a:t>
            </a:r>
            <a:endParaRPr lang="en-US"/>
          </a:p>
        </p:txBody>
      </p:sp>
      <p:sp>
        <p:nvSpPr>
          <p:cNvPr id="39" name="Text 8">
            <a:extLst>
              <a:ext uri="{FF2B5EF4-FFF2-40B4-BE49-F238E27FC236}">
                <a16:creationId xmlns:a16="http://schemas.microsoft.com/office/drawing/2014/main" id="{BDF1DE02-2A9B-A4FC-A5D6-C8F72D2376FE}"/>
              </a:ext>
            </a:extLst>
          </p:cNvPr>
          <p:cNvSpPr/>
          <p:nvPr/>
        </p:nvSpPr>
        <p:spPr>
          <a:xfrm>
            <a:off x="839704" y="4506614"/>
            <a:ext cx="10930622" cy="604992"/>
          </a:xfrm>
          <a:prstGeom prst="rect">
            <a:avLst/>
          </a:prstGeom>
          <a:noFill/>
          <a:ln/>
        </p:spPr>
        <p:txBody>
          <a:bodyPr wrap="square" lIns="91440" tIns="45720" rIns="91440" bIns="45720" rtlCol="0" anchor="ctr"/>
          <a:lstStyle/>
          <a:p>
            <a:endParaRPr lang="en-US" sz="2400">
              <a:solidFill>
                <a:srgbClr val="FFFFFF"/>
              </a:solidFill>
              <a:ea typeface="Calibri"/>
              <a:cs typeface="Calibri"/>
            </a:endParaRPr>
          </a:p>
        </p:txBody>
      </p:sp>
    </p:spTree>
    <p:extLst>
      <p:ext uri="{BB962C8B-B14F-4D97-AF65-F5344CB8AC3E}">
        <p14:creationId xmlns:p14="http://schemas.microsoft.com/office/powerpoint/2010/main" val="1100005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52C08-1EE2-BBB2-2BAC-D4735FDF7C2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757006B1-A3AD-4E1A-A06F-39E104F6B3FC}"/>
              </a:ext>
            </a:extLst>
          </p:cNvPr>
          <p:cNvPicPr>
            <a:picLocks noChangeAspect="1"/>
          </p:cNvPicPr>
          <p:nvPr/>
        </p:nvPicPr>
        <p:blipFill>
          <a:blip r:embed="rId3"/>
          <a:stretch>
            <a:fillRect/>
          </a:stretch>
        </p:blipFill>
        <p:spPr>
          <a:xfrm>
            <a:off x="0" y="0"/>
            <a:ext cx="12191695" cy="6858000"/>
          </a:xfrm>
          <a:prstGeom prst="rect">
            <a:avLst/>
          </a:prstGeom>
        </p:spPr>
      </p:pic>
      <p:sp>
        <p:nvSpPr>
          <p:cNvPr id="6" name="Text 3">
            <a:extLst>
              <a:ext uri="{FF2B5EF4-FFF2-40B4-BE49-F238E27FC236}">
                <a16:creationId xmlns:a16="http://schemas.microsoft.com/office/drawing/2014/main" id="{49FB72E8-C4DA-A45A-D6D5-F1A28F42E65D}"/>
              </a:ext>
            </a:extLst>
          </p:cNvPr>
          <p:cNvSpPr/>
          <p:nvPr/>
        </p:nvSpPr>
        <p:spPr>
          <a:xfrm>
            <a:off x="878392" y="362938"/>
            <a:ext cx="10789920" cy="640080"/>
          </a:xfrm>
          <a:prstGeom prst="rect">
            <a:avLst/>
          </a:prstGeom>
          <a:noFill/>
          <a:ln/>
        </p:spPr>
        <p:txBody>
          <a:bodyPr wrap="square" lIns="91440" tIns="45720" rIns="91440" bIns="45720" rtlCol="0" anchor="ctr"/>
          <a:lstStyle/>
          <a:p>
            <a:r>
              <a:rPr lang="en-US" sz="3600" b="1">
                <a:solidFill>
                  <a:schemeClr val="bg1"/>
                </a:solidFill>
                <a:ea typeface="+mn-lt"/>
                <a:cs typeface="+mn-lt"/>
              </a:rPr>
              <a:t>Main components </a:t>
            </a:r>
            <a:endParaRPr lang="en-US" sz="3600" b="1">
              <a:solidFill>
                <a:schemeClr val="bg1"/>
              </a:solidFill>
              <a:ea typeface="Calibri"/>
              <a:cs typeface="Calibri"/>
            </a:endParaRPr>
          </a:p>
        </p:txBody>
      </p:sp>
      <p:sp>
        <p:nvSpPr>
          <p:cNvPr id="23" name="Shape 20">
            <a:extLst>
              <a:ext uri="{FF2B5EF4-FFF2-40B4-BE49-F238E27FC236}">
                <a16:creationId xmlns:a16="http://schemas.microsoft.com/office/drawing/2014/main" id="{A859D35D-6842-2C76-DDC5-1700A3F64A1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80305A42-D3A3-7336-FE6A-79C106773343}"/>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EB8F1953-D968-B45E-ADCC-76E3D4358CFE}"/>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2176D3A7-B58D-7DFF-0095-6D46C9D834F6}"/>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A2E0EF7E-BE31-63B4-E762-66A3804C67C1}"/>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0FB3FF78-F86F-75A1-0B87-D1B586CF7DC6}"/>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03</a:t>
            </a:r>
          </a:p>
        </p:txBody>
      </p:sp>
      <p:pic>
        <p:nvPicPr>
          <p:cNvPr id="38" name="Picture 37">
            <a:extLst>
              <a:ext uri="{FF2B5EF4-FFF2-40B4-BE49-F238E27FC236}">
                <a16:creationId xmlns:a16="http://schemas.microsoft.com/office/drawing/2014/main" id="{08AC82E5-908C-03B0-DF2E-1C5689F55A6D}"/>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0F1B1FB2-0890-A861-9196-B69D895CBE27}"/>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8" name="Text 8">
            <a:extLst>
              <a:ext uri="{FF2B5EF4-FFF2-40B4-BE49-F238E27FC236}">
                <a16:creationId xmlns:a16="http://schemas.microsoft.com/office/drawing/2014/main" id="{049126F4-9292-340B-A969-E80F3A51AC44}"/>
              </a:ext>
            </a:extLst>
          </p:cNvPr>
          <p:cNvSpPr/>
          <p:nvPr/>
        </p:nvSpPr>
        <p:spPr>
          <a:xfrm>
            <a:off x="880707" y="1555843"/>
            <a:ext cx="10939483" cy="604992"/>
          </a:xfrm>
          <a:prstGeom prst="rect">
            <a:avLst/>
          </a:prstGeom>
          <a:noFill/>
          <a:ln/>
        </p:spPr>
        <p:txBody>
          <a:bodyPr wrap="square" lIns="91440" tIns="45720" rIns="91440" bIns="45720" rtlCol="0" anchor="ctr"/>
          <a:lstStyle/>
          <a:p>
            <a:r>
              <a:rPr lang="en-US" sz="2400">
                <a:solidFill>
                  <a:srgbClr val="FFFFFF"/>
                </a:solidFill>
                <a:latin typeface="Tw Cen MT"/>
                <a:ea typeface="+mn-lt"/>
                <a:cs typeface="+mn-lt"/>
              </a:rPr>
              <a:t>1.</a:t>
            </a:r>
            <a:r>
              <a:rPr lang="en-US" sz="2400">
                <a:solidFill>
                  <a:srgbClr val="F6F7F5"/>
                </a:solidFill>
                <a:latin typeface="Tw Cen MT"/>
                <a:ea typeface="+mn-lt"/>
                <a:cs typeface="+mn-lt"/>
              </a:rPr>
              <a:t>AUTOMATED FRESHNESS GRADING SYSTEM ANDTEA TYPE CLASSIFICATION</a:t>
            </a:r>
            <a:endParaRPr lang="en-US" sz="2400">
              <a:solidFill>
                <a:srgbClr val="000000"/>
              </a:solidFill>
              <a:latin typeface="Tw Cen MT"/>
              <a:ea typeface="+mn-lt"/>
              <a:cs typeface="+mn-lt"/>
            </a:endParaRPr>
          </a:p>
          <a:p>
            <a:endParaRPr lang="en-US" sz="2400">
              <a:solidFill>
                <a:srgbClr val="FFFFFF"/>
              </a:solidFill>
              <a:latin typeface="Tw Cen MT"/>
              <a:ea typeface="Calibri"/>
              <a:cs typeface="Calibri"/>
            </a:endParaRPr>
          </a:p>
        </p:txBody>
      </p:sp>
      <p:sp>
        <p:nvSpPr>
          <p:cNvPr id="30" name="Shape 6">
            <a:extLst>
              <a:ext uri="{FF2B5EF4-FFF2-40B4-BE49-F238E27FC236}">
                <a16:creationId xmlns:a16="http://schemas.microsoft.com/office/drawing/2014/main" id="{BB244A99-BF6E-5812-CA8B-C334345903C3}"/>
              </a:ext>
            </a:extLst>
          </p:cNvPr>
          <p:cNvSpPr/>
          <p:nvPr/>
        </p:nvSpPr>
        <p:spPr>
          <a:xfrm>
            <a:off x="610449" y="1559961"/>
            <a:ext cx="244195" cy="261916"/>
          </a:xfrm>
          <a:prstGeom prst="ellipse">
            <a:avLst/>
          </a:prstGeom>
          <a:solidFill>
            <a:srgbClr val="C8A13C"/>
          </a:solidFill>
          <a:ln w="12700">
            <a:solidFill>
              <a:srgbClr val="C8A13C"/>
            </a:solidFill>
            <a:prstDash val="solid"/>
          </a:ln>
        </p:spPr>
        <p:txBody>
          <a:bodyPr/>
          <a:lstStyle/>
          <a:p>
            <a:endParaRPr lang="en-US"/>
          </a:p>
        </p:txBody>
      </p:sp>
      <p:sp>
        <p:nvSpPr>
          <p:cNvPr id="13" name="Text 8">
            <a:extLst>
              <a:ext uri="{FF2B5EF4-FFF2-40B4-BE49-F238E27FC236}">
                <a16:creationId xmlns:a16="http://schemas.microsoft.com/office/drawing/2014/main" id="{4D6767DC-B1F1-B693-6046-CC4371456445}"/>
              </a:ext>
            </a:extLst>
          </p:cNvPr>
          <p:cNvSpPr/>
          <p:nvPr/>
        </p:nvSpPr>
        <p:spPr>
          <a:xfrm>
            <a:off x="861657" y="2498818"/>
            <a:ext cx="10939483" cy="604992"/>
          </a:xfrm>
          <a:prstGeom prst="rect">
            <a:avLst/>
          </a:prstGeom>
          <a:noFill/>
          <a:ln/>
        </p:spPr>
        <p:txBody>
          <a:bodyPr wrap="square" lIns="91440" tIns="45720" rIns="91440" bIns="45720" rtlCol="0" anchor="ctr"/>
          <a:lstStyle/>
          <a:p>
            <a:r>
              <a:rPr lang="en-US" sz="2400">
                <a:solidFill>
                  <a:srgbClr val="F6F7F5"/>
                </a:solidFill>
                <a:latin typeface="Tw Cen MT"/>
                <a:ea typeface="+mn-lt"/>
                <a:cs typeface="+mn-lt"/>
              </a:rPr>
              <a:t>2.PREDICTIVE ANALYTICS FOR TEA CROP YIELD MANAGEMENT</a:t>
            </a:r>
            <a:endParaRPr lang="en-US" sz="2400">
              <a:solidFill>
                <a:srgbClr val="000000"/>
              </a:solidFill>
              <a:latin typeface="Tw Cen MT"/>
              <a:ea typeface="+mn-lt"/>
              <a:cs typeface="+mn-lt"/>
            </a:endParaRPr>
          </a:p>
          <a:p>
            <a:endParaRPr lang="en-US" sz="2400">
              <a:solidFill>
                <a:srgbClr val="FFFFFF"/>
              </a:solidFill>
              <a:latin typeface="24"/>
              <a:ea typeface="+mn-lt"/>
              <a:cs typeface="+mn-lt"/>
            </a:endParaRPr>
          </a:p>
        </p:txBody>
      </p:sp>
      <p:sp>
        <p:nvSpPr>
          <p:cNvPr id="14" name="Shape 6">
            <a:extLst>
              <a:ext uri="{FF2B5EF4-FFF2-40B4-BE49-F238E27FC236}">
                <a16:creationId xmlns:a16="http://schemas.microsoft.com/office/drawing/2014/main" id="{086B082C-E544-7029-C61E-EE85357F387C}"/>
              </a:ext>
            </a:extLst>
          </p:cNvPr>
          <p:cNvSpPr/>
          <p:nvPr/>
        </p:nvSpPr>
        <p:spPr>
          <a:xfrm>
            <a:off x="553298" y="2502935"/>
            <a:ext cx="244195" cy="261916"/>
          </a:xfrm>
          <a:prstGeom prst="ellipse">
            <a:avLst/>
          </a:prstGeom>
          <a:solidFill>
            <a:srgbClr val="C8A13C"/>
          </a:solidFill>
          <a:ln w="12700">
            <a:solidFill>
              <a:srgbClr val="C8A13C"/>
            </a:solidFill>
            <a:prstDash val="solid"/>
          </a:ln>
        </p:spPr>
        <p:txBody>
          <a:bodyPr/>
          <a:lstStyle/>
          <a:p>
            <a:endParaRPr lang="en-US"/>
          </a:p>
        </p:txBody>
      </p:sp>
      <p:sp>
        <p:nvSpPr>
          <p:cNvPr id="15" name="Text 8">
            <a:extLst>
              <a:ext uri="{FF2B5EF4-FFF2-40B4-BE49-F238E27FC236}">
                <a16:creationId xmlns:a16="http://schemas.microsoft.com/office/drawing/2014/main" id="{79181A07-799F-944B-D7F2-DB08856C09B2}"/>
              </a:ext>
            </a:extLst>
          </p:cNvPr>
          <p:cNvSpPr/>
          <p:nvPr/>
        </p:nvSpPr>
        <p:spPr>
          <a:xfrm>
            <a:off x="880707" y="3460843"/>
            <a:ext cx="10939483" cy="604992"/>
          </a:xfrm>
          <a:prstGeom prst="rect">
            <a:avLst/>
          </a:prstGeom>
          <a:noFill/>
          <a:ln/>
        </p:spPr>
        <p:txBody>
          <a:bodyPr wrap="square" lIns="91440" tIns="45720" rIns="91440" bIns="45720" rtlCol="0" anchor="ctr"/>
          <a:lstStyle/>
          <a:p>
            <a:r>
              <a:rPr lang="en-US" sz="2400">
                <a:solidFill>
                  <a:srgbClr val="F6F7F5"/>
                </a:solidFill>
                <a:latin typeface="Tw Cen MT"/>
                <a:ea typeface="+mn-lt"/>
                <a:cs typeface="+mn-lt"/>
              </a:rPr>
              <a:t>3.TEA MARKET DEMAND FORECASTING AND SMART AUCTION PLANNING</a:t>
            </a:r>
            <a:endParaRPr lang="en-US" sz="2400">
              <a:latin typeface="Tw Cen MT"/>
              <a:ea typeface="Calibri"/>
              <a:cs typeface="Calibri"/>
            </a:endParaRPr>
          </a:p>
          <a:p>
            <a:endParaRPr lang="en-US" sz="2400">
              <a:solidFill>
                <a:srgbClr val="F6F7F5"/>
              </a:solidFill>
              <a:latin typeface="Tw Cen MT"/>
              <a:ea typeface="Calibri" panose="020F0502020204030204"/>
              <a:cs typeface="Calibri" panose="020F0502020204030204"/>
            </a:endParaRPr>
          </a:p>
        </p:txBody>
      </p:sp>
      <p:sp>
        <p:nvSpPr>
          <p:cNvPr id="16" name="Shape 6">
            <a:extLst>
              <a:ext uri="{FF2B5EF4-FFF2-40B4-BE49-F238E27FC236}">
                <a16:creationId xmlns:a16="http://schemas.microsoft.com/office/drawing/2014/main" id="{72F44AF4-7AEB-671B-6C90-C28FCB30804E}"/>
              </a:ext>
            </a:extLst>
          </p:cNvPr>
          <p:cNvSpPr/>
          <p:nvPr/>
        </p:nvSpPr>
        <p:spPr>
          <a:xfrm>
            <a:off x="553299" y="3464961"/>
            <a:ext cx="244195" cy="261916"/>
          </a:xfrm>
          <a:prstGeom prst="ellipse">
            <a:avLst/>
          </a:prstGeom>
          <a:solidFill>
            <a:srgbClr val="C8A13C"/>
          </a:solidFill>
          <a:ln w="12700">
            <a:solidFill>
              <a:srgbClr val="C8A13C"/>
            </a:solidFill>
            <a:prstDash val="solid"/>
          </a:ln>
        </p:spPr>
        <p:txBody>
          <a:bodyPr/>
          <a:lstStyle/>
          <a:p>
            <a:endParaRPr lang="en-US"/>
          </a:p>
        </p:txBody>
      </p:sp>
      <p:sp>
        <p:nvSpPr>
          <p:cNvPr id="17" name="Text 8">
            <a:extLst>
              <a:ext uri="{FF2B5EF4-FFF2-40B4-BE49-F238E27FC236}">
                <a16:creationId xmlns:a16="http://schemas.microsoft.com/office/drawing/2014/main" id="{0AC09DE2-718F-A8B6-3548-9BCF3D6950E1}"/>
              </a:ext>
            </a:extLst>
          </p:cNvPr>
          <p:cNvSpPr/>
          <p:nvPr/>
        </p:nvSpPr>
        <p:spPr>
          <a:xfrm>
            <a:off x="861657" y="4670518"/>
            <a:ext cx="10939483" cy="604992"/>
          </a:xfrm>
          <a:prstGeom prst="rect">
            <a:avLst/>
          </a:prstGeom>
          <a:noFill/>
          <a:ln/>
        </p:spPr>
        <p:txBody>
          <a:bodyPr wrap="square" lIns="91440" tIns="45720" rIns="91440" bIns="45720" rtlCol="0" anchor="ctr"/>
          <a:lstStyle/>
          <a:p>
            <a:r>
              <a:rPr lang="en-US" sz="2400">
                <a:solidFill>
                  <a:srgbClr val="F6F7F5"/>
                </a:solidFill>
                <a:latin typeface="Tw Cen MT"/>
                <a:ea typeface="+mn-lt"/>
                <a:cs typeface="+mn-lt"/>
              </a:rPr>
              <a:t>4.AI BASED TEA LEAF DISEASE DETECTION AND TREATMENT GUIDANCE</a:t>
            </a:r>
            <a:endParaRPr lang="en-US" sz="2400">
              <a:latin typeface="Tw Cen MT"/>
              <a:ea typeface="Calibri"/>
              <a:cs typeface="Calibri"/>
            </a:endParaRPr>
          </a:p>
          <a:p>
            <a:endParaRPr lang="en-US" sz="2400">
              <a:solidFill>
                <a:srgbClr val="FFFFFF"/>
              </a:solidFill>
              <a:latin typeface="Tw Cen MT"/>
              <a:ea typeface="Calibri"/>
              <a:cs typeface="Calibri"/>
            </a:endParaRPr>
          </a:p>
        </p:txBody>
      </p:sp>
      <p:sp>
        <p:nvSpPr>
          <p:cNvPr id="18" name="Shape 6">
            <a:extLst>
              <a:ext uri="{FF2B5EF4-FFF2-40B4-BE49-F238E27FC236}">
                <a16:creationId xmlns:a16="http://schemas.microsoft.com/office/drawing/2014/main" id="{238DEAAE-C094-BB2A-7782-1478E890847A}"/>
              </a:ext>
            </a:extLst>
          </p:cNvPr>
          <p:cNvSpPr/>
          <p:nvPr/>
        </p:nvSpPr>
        <p:spPr>
          <a:xfrm>
            <a:off x="562823" y="4674635"/>
            <a:ext cx="244195" cy="261916"/>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1842059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41DD0-5A7E-0A36-F263-21D461557C72}"/>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B7B55314-5740-39BC-336F-88394AABC2E2}"/>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D2AE770D-6E66-3D6A-8514-33B64252B119}"/>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922CA940-F5EC-1117-953C-71CA13F33B36}"/>
              </a:ext>
            </a:extLst>
          </p:cNvPr>
          <p:cNvSpPr/>
          <p:nvPr/>
        </p:nvSpPr>
        <p:spPr>
          <a:xfrm>
            <a:off x="855642" y="3449108"/>
            <a:ext cx="10545775" cy="731520"/>
          </a:xfrm>
          <a:prstGeom prst="rect">
            <a:avLst/>
          </a:prstGeom>
          <a:noFill/>
          <a:ln/>
        </p:spPr>
        <p:txBody>
          <a:bodyPr wrap="square" lIns="91440" tIns="45720" rIns="91440" bIns="45720" rtlCol="0" anchor="ctr"/>
          <a:lstStyle/>
          <a:p>
            <a:r>
              <a:rPr lang="en-US" sz="3600" b="1">
                <a:solidFill>
                  <a:srgbClr val="F6F7F5"/>
                </a:solidFill>
                <a:latin typeface="Tw Cen MT"/>
                <a:ea typeface="Calibri"/>
                <a:cs typeface="Calibri"/>
              </a:rPr>
              <a:t>AUTOMATED FRESHNESS GRADING SYSTEM AND TEA TYPE CLASSIFICATION</a:t>
            </a:r>
            <a:endParaRPr lang="en-US"/>
          </a:p>
        </p:txBody>
      </p:sp>
      <p:sp>
        <p:nvSpPr>
          <p:cNvPr id="18" name="Shape 15">
            <a:extLst>
              <a:ext uri="{FF2B5EF4-FFF2-40B4-BE49-F238E27FC236}">
                <a16:creationId xmlns:a16="http://schemas.microsoft.com/office/drawing/2014/main" id="{7067C4BC-A305-1F45-D102-33EBFDB7F2C6}"/>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91E36DF8-1205-4DB2-BF21-321FFDE93C1C}"/>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AB6CC6C4-D817-3183-5932-0EE6EBCD0138}"/>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44DF1660-A5FF-92DE-7E90-ABB47D4BC170}"/>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sp>
        <p:nvSpPr>
          <p:cNvPr id="41" name="Rectangle 40">
            <a:extLst>
              <a:ext uri="{FF2B5EF4-FFF2-40B4-BE49-F238E27FC236}">
                <a16:creationId xmlns:a16="http://schemas.microsoft.com/office/drawing/2014/main" id="{37CB9B76-4BFA-4999-E6E6-15BDBB07B255}"/>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23">
            <a:extLst>
              <a:ext uri="{FF2B5EF4-FFF2-40B4-BE49-F238E27FC236}">
                <a16:creationId xmlns:a16="http://schemas.microsoft.com/office/drawing/2014/main" id="{4B1442EF-703E-65E5-A293-321C9E152690}"/>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04</a:t>
            </a:r>
          </a:p>
        </p:txBody>
      </p:sp>
      <p:pic>
        <p:nvPicPr>
          <p:cNvPr id="45" name="Picture 44">
            <a:extLst>
              <a:ext uri="{FF2B5EF4-FFF2-40B4-BE49-F238E27FC236}">
                <a16:creationId xmlns:a16="http://schemas.microsoft.com/office/drawing/2014/main" id="{5A07D35A-B822-B3B8-ED6B-10FABC108530}"/>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7" name="TextBox 46">
            <a:extLst>
              <a:ext uri="{FF2B5EF4-FFF2-40B4-BE49-F238E27FC236}">
                <a16:creationId xmlns:a16="http://schemas.microsoft.com/office/drawing/2014/main" id="{AA93FAA8-B97F-8058-19C5-76F061C6C8B7}"/>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p>
        </p:txBody>
      </p:sp>
      <p:sp>
        <p:nvSpPr>
          <p:cNvPr id="5" name="Text 3">
            <a:extLst>
              <a:ext uri="{FF2B5EF4-FFF2-40B4-BE49-F238E27FC236}">
                <a16:creationId xmlns:a16="http://schemas.microsoft.com/office/drawing/2014/main" id="{688F02DB-C64F-A25E-D78E-DC07AAC3F195}"/>
              </a:ext>
            </a:extLst>
          </p:cNvPr>
          <p:cNvSpPr/>
          <p:nvPr/>
        </p:nvSpPr>
        <p:spPr>
          <a:xfrm>
            <a:off x="847944" y="4418926"/>
            <a:ext cx="10530381" cy="516005"/>
          </a:xfrm>
          <a:prstGeom prst="rect">
            <a:avLst/>
          </a:prstGeom>
          <a:noFill/>
          <a:ln/>
        </p:spPr>
        <p:txBody>
          <a:bodyPr wrap="square" lIns="91440" tIns="45720" rIns="91440" bIns="45720" rtlCol="0" anchor="ctr"/>
          <a:lstStyle/>
          <a:p>
            <a:r>
              <a:rPr lang="en-US" sz="2400" b="1">
                <a:solidFill>
                  <a:srgbClr val="F6F7F5"/>
                </a:solidFill>
                <a:latin typeface="Tw Cen MT"/>
                <a:ea typeface="Calibri"/>
                <a:cs typeface="Calibri"/>
              </a:rPr>
              <a:t>ABEYSEKARA A.M.N - IT22154576</a:t>
            </a:r>
          </a:p>
        </p:txBody>
      </p:sp>
      <p:pic>
        <p:nvPicPr>
          <p:cNvPr id="7" name="Picture 6" descr="A person in a suit&#10;&#10;AI-generated content may be incorrect.">
            <a:extLst>
              <a:ext uri="{FF2B5EF4-FFF2-40B4-BE49-F238E27FC236}">
                <a16:creationId xmlns:a16="http://schemas.microsoft.com/office/drawing/2014/main" id="{C57753A0-DC73-5D01-CB42-66589EAC6230}"/>
              </a:ext>
            </a:extLst>
          </p:cNvPr>
          <p:cNvPicPr>
            <a:picLocks noChangeAspect="1"/>
          </p:cNvPicPr>
          <p:nvPr/>
        </p:nvPicPr>
        <p:blipFill>
          <a:blip r:embed="rId5"/>
          <a:stretch>
            <a:fillRect/>
          </a:stretch>
        </p:blipFill>
        <p:spPr>
          <a:xfrm>
            <a:off x="9949270" y="235160"/>
            <a:ext cx="2159437" cy="2901779"/>
          </a:xfrm>
          <a:prstGeom prst="rect">
            <a:avLst/>
          </a:prstGeom>
        </p:spPr>
      </p:pic>
    </p:spTree>
    <p:extLst>
      <p:ext uri="{BB962C8B-B14F-4D97-AF65-F5344CB8AC3E}">
        <p14:creationId xmlns:p14="http://schemas.microsoft.com/office/powerpoint/2010/main" val="2821269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B03E8863-8815-ACAF-3B7E-EDFDA73FFE5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843577-BA86-950C-4425-4FD4F127DB5B}"/>
              </a:ext>
            </a:extLst>
          </p:cNvPr>
          <p:cNvSpPr/>
          <p:nvPr/>
        </p:nvSpPr>
        <p:spPr>
          <a:xfrm>
            <a:off x="5008213" y="710534"/>
            <a:ext cx="6633647" cy="5303520"/>
          </a:xfrm>
          <a:prstGeom prst="roundRect">
            <a:avLst/>
          </a:prstGeom>
          <a:solidFill>
            <a:srgbClr val="FFFFFF"/>
          </a:solidFill>
          <a:ln w="12700">
            <a:solidFill>
              <a:srgbClr val="E6ECE7"/>
            </a:solidFill>
            <a:prstDash val="solid"/>
          </a:ln>
          <a:effectLst>
            <a:outerShdw blurRad="63500" dist="25400" dir="2700000" algn="bl" rotWithShape="0">
              <a:srgbClr val="000000">
                <a:alpha val="12000"/>
              </a:srgbClr>
            </a:outerShdw>
          </a:effectLst>
        </p:spPr>
        <p:txBody>
          <a:bodyPr/>
          <a:lstStyle/>
          <a:p>
            <a:endParaRPr lang="en-US"/>
          </a:p>
        </p:txBody>
      </p:sp>
      <p:sp>
        <p:nvSpPr>
          <p:cNvPr id="12" name="Text 9">
            <a:extLst>
              <a:ext uri="{FF2B5EF4-FFF2-40B4-BE49-F238E27FC236}">
                <a16:creationId xmlns:a16="http://schemas.microsoft.com/office/drawing/2014/main" id="{1A7DBBEA-3C87-AFD9-2879-B45A9671047E}"/>
              </a:ext>
            </a:extLst>
          </p:cNvPr>
          <p:cNvSpPr/>
          <p:nvPr/>
        </p:nvSpPr>
        <p:spPr>
          <a:xfrm>
            <a:off x="6210953" y="1116694"/>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800">
              <a:latin typeface="Roboto"/>
              <a:ea typeface="Roboto"/>
              <a:cs typeface="Roboto"/>
            </a:endParaRPr>
          </a:p>
          <a:p>
            <a:pPr marL="0" indent="0">
              <a:buNone/>
            </a:pPr>
            <a:endParaRPr lang="en-US" sz="3200" b="1">
              <a:latin typeface="Tw Cen MT"/>
              <a:ea typeface="Calibri"/>
              <a:cs typeface="Calibri"/>
            </a:endParaRPr>
          </a:p>
        </p:txBody>
      </p:sp>
      <p:sp>
        <p:nvSpPr>
          <p:cNvPr id="26" name="Shape 23">
            <a:extLst>
              <a:ext uri="{FF2B5EF4-FFF2-40B4-BE49-F238E27FC236}">
                <a16:creationId xmlns:a16="http://schemas.microsoft.com/office/drawing/2014/main" id="{B6CE2E93-D90F-D77B-485D-D5085469B26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24">
            <a:extLst>
              <a:ext uri="{FF2B5EF4-FFF2-40B4-BE49-F238E27FC236}">
                <a16:creationId xmlns:a16="http://schemas.microsoft.com/office/drawing/2014/main" id="{806EAB4A-6432-BCEF-3A80-90E7D5F7C978}"/>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8" name="Text 25">
            <a:extLst>
              <a:ext uri="{FF2B5EF4-FFF2-40B4-BE49-F238E27FC236}">
                <a16:creationId xmlns:a16="http://schemas.microsoft.com/office/drawing/2014/main" id="{9FBA11B7-6648-71B3-21D9-0AE0C410CFE8}"/>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6">
            <a:extLst>
              <a:ext uri="{FF2B5EF4-FFF2-40B4-BE49-F238E27FC236}">
                <a16:creationId xmlns:a16="http://schemas.microsoft.com/office/drawing/2014/main" id="{7753DF08-51ED-484E-C28D-7CC152175475}"/>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sp>
        <p:nvSpPr>
          <p:cNvPr id="37" name="Rectangle 36">
            <a:extLst>
              <a:ext uri="{FF2B5EF4-FFF2-40B4-BE49-F238E27FC236}">
                <a16:creationId xmlns:a16="http://schemas.microsoft.com/office/drawing/2014/main" id="{1A6FAFB1-CF6B-1551-9B81-A2C0B4116BA1}"/>
              </a:ext>
            </a:extLst>
          </p:cNvPr>
          <p:cNvSpPr/>
          <p:nvPr/>
        </p:nvSpPr>
        <p:spPr>
          <a:xfrm>
            <a:off x="16629" y="6368127"/>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23">
            <a:extLst>
              <a:ext uri="{FF2B5EF4-FFF2-40B4-BE49-F238E27FC236}">
                <a16:creationId xmlns:a16="http://schemas.microsoft.com/office/drawing/2014/main" id="{0F8C8BED-94BF-4C9F-A715-9C1E07D12736}"/>
              </a:ext>
            </a:extLst>
          </p:cNvPr>
          <p:cNvSpPr/>
          <p:nvPr/>
        </p:nvSpPr>
        <p:spPr>
          <a:xfrm>
            <a:off x="11372982" y="6443660"/>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05</a:t>
            </a:r>
          </a:p>
        </p:txBody>
      </p:sp>
      <p:pic>
        <p:nvPicPr>
          <p:cNvPr id="41" name="Picture 40">
            <a:extLst>
              <a:ext uri="{FF2B5EF4-FFF2-40B4-BE49-F238E27FC236}">
                <a16:creationId xmlns:a16="http://schemas.microsoft.com/office/drawing/2014/main" id="{7AA527A7-7ADC-6191-10AD-42F1BBC409A2}"/>
              </a:ext>
            </a:extLst>
          </p:cNvPr>
          <p:cNvPicPr>
            <a:picLocks noChangeAspect="1"/>
          </p:cNvPicPr>
          <p:nvPr/>
        </p:nvPicPr>
        <p:blipFill>
          <a:blip r:embed="rId3"/>
          <a:stretch>
            <a:fillRect/>
          </a:stretch>
        </p:blipFill>
        <p:spPr>
          <a:xfrm>
            <a:off x="121405" y="6413371"/>
            <a:ext cx="2371725" cy="381000"/>
          </a:xfrm>
          <a:prstGeom prst="rect">
            <a:avLst/>
          </a:prstGeom>
        </p:spPr>
      </p:pic>
      <p:sp>
        <p:nvSpPr>
          <p:cNvPr id="43" name="TextBox 42">
            <a:extLst>
              <a:ext uri="{FF2B5EF4-FFF2-40B4-BE49-F238E27FC236}">
                <a16:creationId xmlns:a16="http://schemas.microsoft.com/office/drawing/2014/main" id="{BB748E1F-483A-9A5D-B9CC-6C7ADFF3E57F}"/>
              </a:ext>
            </a:extLst>
          </p:cNvPr>
          <p:cNvSpPr txBox="1"/>
          <p:nvPr/>
        </p:nvSpPr>
        <p:spPr>
          <a:xfrm>
            <a:off x="5512554" y="6391939"/>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p>
        </p:txBody>
      </p:sp>
      <p:sp>
        <p:nvSpPr>
          <p:cNvPr id="3" name="TextBox 2">
            <a:extLst>
              <a:ext uri="{FF2B5EF4-FFF2-40B4-BE49-F238E27FC236}">
                <a16:creationId xmlns:a16="http://schemas.microsoft.com/office/drawing/2014/main" id="{1CE358AB-4C3F-C2BA-F03E-9E0B610BA328}"/>
              </a:ext>
            </a:extLst>
          </p:cNvPr>
          <p:cNvSpPr txBox="1"/>
          <p:nvPr/>
        </p:nvSpPr>
        <p:spPr>
          <a:xfrm>
            <a:off x="5296524" y="1767590"/>
            <a:ext cx="6083509" cy="25709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1575"/>
              </a:lnSpc>
              <a:buFont typeface="Arial,Sans-Serif"/>
              <a:buChar char="•"/>
            </a:pPr>
            <a:r>
              <a:rPr lang="en-US" sz="2000" b="1">
                <a:ea typeface="Calibri"/>
                <a:cs typeface="Calibri"/>
              </a:rPr>
              <a:t>Manual tea quality assessment is subjective, slow, and inconsistent</a:t>
            </a:r>
            <a:br>
              <a:rPr lang="en-US" sz="2000" b="1">
                <a:ea typeface="Calibri"/>
                <a:cs typeface="Calibri"/>
              </a:rPr>
            </a:br>
            <a:br>
              <a:rPr lang="en-US" sz="2000" b="1">
                <a:ea typeface="Calibri"/>
                <a:cs typeface="Calibri"/>
              </a:rPr>
            </a:br>
            <a:br>
              <a:rPr lang="en-US" sz="2000" b="1">
                <a:ea typeface="Calibri"/>
                <a:cs typeface="Calibri"/>
              </a:rPr>
            </a:br>
            <a:endParaRPr lang="en-US" sz="2000" b="1">
              <a:solidFill>
                <a:srgbClr val="082A20"/>
              </a:solidFill>
              <a:ea typeface="Calibri"/>
              <a:cs typeface="Calibri"/>
            </a:endParaRPr>
          </a:p>
          <a:p>
            <a:pPr marL="285750" indent="-285750">
              <a:lnSpc>
                <a:spcPts val="1575"/>
              </a:lnSpc>
              <a:buFont typeface="Arial,Sans-Serif"/>
              <a:buChar char="•"/>
            </a:pPr>
            <a:r>
              <a:rPr lang="en-US" sz="2000" b="1">
                <a:solidFill>
                  <a:srgbClr val="000000"/>
                </a:solidFill>
                <a:ea typeface="Calibri"/>
                <a:cs typeface="Calibri"/>
              </a:rPr>
              <a:t>Current ML research focuses on disease detection, not production quality</a:t>
            </a:r>
            <a:endParaRPr lang="en-US"/>
          </a:p>
          <a:p>
            <a:pPr marL="285750" indent="-285750">
              <a:lnSpc>
                <a:spcPts val="1575"/>
              </a:lnSpc>
              <a:buFont typeface="Arial,Sans-Serif"/>
              <a:buChar char="•"/>
            </a:pPr>
            <a:endParaRPr lang="en-US" sz="2000" b="1">
              <a:solidFill>
                <a:srgbClr val="000000"/>
              </a:solidFill>
              <a:ea typeface="Calibri"/>
              <a:cs typeface="Calibri"/>
            </a:endParaRPr>
          </a:p>
          <a:p>
            <a:pPr marL="285750" indent="-285750">
              <a:lnSpc>
                <a:spcPts val="1575"/>
              </a:lnSpc>
              <a:buFont typeface="Arial,Sans-Serif"/>
              <a:buChar char="•"/>
            </a:pPr>
            <a:endParaRPr lang="en-US" sz="2000" b="1">
              <a:solidFill>
                <a:srgbClr val="000000"/>
              </a:solidFill>
              <a:ea typeface="Calibri"/>
              <a:cs typeface="Calibri"/>
            </a:endParaRPr>
          </a:p>
          <a:p>
            <a:pPr marL="285750" indent="-285750">
              <a:lnSpc>
                <a:spcPts val="1575"/>
              </a:lnSpc>
              <a:buFont typeface="Arial,Sans-Serif"/>
              <a:buChar char="•"/>
            </a:pPr>
            <a:r>
              <a:rPr lang="en-US" sz="2000" b="1">
                <a:solidFill>
                  <a:srgbClr val="000000"/>
                </a:solidFill>
                <a:ea typeface="Calibri"/>
                <a:cs typeface="Calibri"/>
              </a:rPr>
              <a:t>Inconsistent manual grading can lead to disputes and unfair compensation</a:t>
            </a:r>
          </a:p>
          <a:p>
            <a:pPr marL="285750" indent="-285750">
              <a:lnSpc>
                <a:spcPts val="1575"/>
              </a:lnSpc>
              <a:buFont typeface="Arial,Sans-Serif"/>
              <a:buChar char="•"/>
            </a:pPr>
            <a:endParaRPr lang="en-US" sz="2000" b="1">
              <a:solidFill>
                <a:srgbClr val="000000"/>
              </a:solidFill>
              <a:ea typeface="Calibri"/>
              <a:cs typeface="Calibri"/>
            </a:endParaRPr>
          </a:p>
        </p:txBody>
      </p:sp>
      <p:pic>
        <p:nvPicPr>
          <p:cNvPr id="4" name="Picture 3" descr="/mnt/data/tea_leaf_closeup.jpg">
            <a:extLst>
              <a:ext uri="{FF2B5EF4-FFF2-40B4-BE49-F238E27FC236}">
                <a16:creationId xmlns:a16="http://schemas.microsoft.com/office/drawing/2014/main" id="{83985A2E-4516-7415-A420-3F8CC7C5ABBA}"/>
              </a:ext>
            </a:extLst>
          </p:cNvPr>
          <p:cNvPicPr>
            <a:picLocks noChangeAspect="1"/>
          </p:cNvPicPr>
          <p:nvPr/>
        </p:nvPicPr>
        <p:blipFill>
          <a:blip r:embed="rId4"/>
          <a:stretch>
            <a:fillRect/>
          </a:stretch>
        </p:blipFill>
        <p:spPr>
          <a:xfrm>
            <a:off x="169068" y="338137"/>
            <a:ext cx="4638675" cy="5657850"/>
          </a:xfrm>
          <a:prstGeom prst="rect">
            <a:avLst/>
          </a:prstGeom>
        </p:spPr>
      </p:pic>
    </p:spTree>
    <p:extLst>
      <p:ext uri="{BB962C8B-B14F-4D97-AF65-F5344CB8AC3E}">
        <p14:creationId xmlns:p14="http://schemas.microsoft.com/office/powerpoint/2010/main" val="1669874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21A5-1E86-FC12-F780-8B1F638CB030}"/>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0FF98717-A55D-0FB2-9589-D85FDDE34D60}"/>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5FF6729A-2F28-5B93-1424-BE4B16875404}"/>
              </a:ext>
            </a:extLst>
          </p:cNvPr>
          <p:cNvSpPr/>
          <p:nvPr/>
        </p:nvSpPr>
        <p:spPr>
          <a:xfrm>
            <a:off x="0" y="36249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4BB36A4D-40AA-067F-3C22-2CE1E3B43EDD}"/>
              </a:ext>
            </a:extLst>
          </p:cNvPr>
          <p:cNvSpPr/>
          <p:nvPr/>
        </p:nvSpPr>
        <p:spPr>
          <a:xfrm>
            <a:off x="735517" y="1391638"/>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Solution: How It Addresses the Problems</a:t>
            </a:r>
            <a:endParaRPr lang="en-US" sz="3400">
              <a:solidFill>
                <a:srgbClr val="000000"/>
              </a:solidFill>
              <a:latin typeface="Calibri"/>
              <a:ea typeface="Calibri"/>
              <a:cs typeface="Calibri"/>
            </a:endParaRPr>
          </a:p>
          <a:p>
            <a:endParaRPr lang="en-US" sz="3400">
              <a:solidFill>
                <a:srgbClr val="000000"/>
              </a:solidFill>
              <a:latin typeface="Calibri"/>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4EA4D030-0905-98E5-E43E-26661E717849}"/>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DD62144A-73E8-AD08-CE10-8DDEB47683F2}"/>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77314D84-AE7B-B0BD-03CD-4D70D4A4186A}"/>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A2E0D2D3-0EDD-6432-E00A-6AAFEEB34828}"/>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756F0A99-ED70-7397-5700-4234BE34A23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E083A463-3133-448D-9A5F-3E786E1BA39A}"/>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06</a:t>
            </a:r>
          </a:p>
        </p:txBody>
      </p:sp>
      <p:pic>
        <p:nvPicPr>
          <p:cNvPr id="38" name="Picture 37">
            <a:extLst>
              <a:ext uri="{FF2B5EF4-FFF2-40B4-BE49-F238E27FC236}">
                <a16:creationId xmlns:a16="http://schemas.microsoft.com/office/drawing/2014/main" id="{7491B96B-14F8-D344-2C0C-E2C9C1853F4B}"/>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AA93D993-8009-9C86-2A63-77F999CFFC29}"/>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8" name="Text 8">
            <a:extLst>
              <a:ext uri="{FF2B5EF4-FFF2-40B4-BE49-F238E27FC236}">
                <a16:creationId xmlns:a16="http://schemas.microsoft.com/office/drawing/2014/main" id="{9E7A8992-9793-0E52-BDAC-4B764401ED9C}"/>
              </a:ext>
            </a:extLst>
          </p:cNvPr>
          <p:cNvSpPr/>
          <p:nvPr/>
        </p:nvSpPr>
        <p:spPr>
          <a:xfrm>
            <a:off x="842607" y="2165443"/>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1. Image Capture App:</a:t>
            </a:r>
            <a:endParaRPr lang="en-US"/>
          </a:p>
          <a:p>
            <a:r>
              <a:rPr lang="en-US" sz="2400" err="1">
                <a:solidFill>
                  <a:srgbClr val="FFFFFF"/>
                </a:solidFill>
                <a:ea typeface="+mn-lt"/>
                <a:cs typeface="+mn-lt"/>
              </a:rPr>
              <a:t>TeaVision</a:t>
            </a:r>
            <a:r>
              <a:rPr lang="en-US" sz="2400">
                <a:solidFill>
                  <a:srgbClr val="FFFFFF"/>
                </a:solidFill>
                <a:ea typeface="+mn-lt"/>
                <a:cs typeface="+mn-lt"/>
              </a:rPr>
              <a:t> mobile app with real-time quality validation  detects blur, exposure issues, and glare to ensure research-grade image capture</a:t>
            </a:r>
            <a:endParaRPr lang="en-US"/>
          </a:p>
          <a:p>
            <a:endParaRPr lang="en-US" sz="2400">
              <a:solidFill>
                <a:srgbClr val="FFFFFF"/>
              </a:solidFill>
              <a:ea typeface="+mn-lt"/>
              <a:cs typeface="+mn-lt"/>
            </a:endParaRPr>
          </a:p>
        </p:txBody>
      </p:sp>
      <p:sp>
        <p:nvSpPr>
          <p:cNvPr id="30" name="Shape 6">
            <a:extLst>
              <a:ext uri="{FF2B5EF4-FFF2-40B4-BE49-F238E27FC236}">
                <a16:creationId xmlns:a16="http://schemas.microsoft.com/office/drawing/2014/main" id="{828AC56B-B39B-B5C2-0282-F29121E415C9}"/>
              </a:ext>
            </a:extLst>
          </p:cNvPr>
          <p:cNvSpPr/>
          <p:nvPr/>
        </p:nvSpPr>
        <p:spPr>
          <a:xfrm>
            <a:off x="486624" y="1902861"/>
            <a:ext cx="244195" cy="261916"/>
          </a:xfrm>
          <a:prstGeom prst="ellipse">
            <a:avLst/>
          </a:prstGeom>
          <a:solidFill>
            <a:srgbClr val="C8A13C"/>
          </a:solidFill>
          <a:ln w="12700">
            <a:solidFill>
              <a:srgbClr val="C8A13C"/>
            </a:solidFill>
            <a:prstDash val="solid"/>
          </a:ln>
        </p:spPr>
        <p:txBody>
          <a:bodyPr/>
          <a:lstStyle/>
          <a:p>
            <a:endParaRPr lang="en-US"/>
          </a:p>
        </p:txBody>
      </p:sp>
      <p:sp>
        <p:nvSpPr>
          <p:cNvPr id="32" name="Text 8">
            <a:extLst>
              <a:ext uri="{FF2B5EF4-FFF2-40B4-BE49-F238E27FC236}">
                <a16:creationId xmlns:a16="http://schemas.microsoft.com/office/drawing/2014/main" id="{188B7927-D77A-5F24-37B5-9FE6C8CE1EF9}"/>
              </a:ext>
            </a:extLst>
          </p:cNvPr>
          <p:cNvSpPr/>
          <p:nvPr/>
        </p:nvSpPr>
        <p:spPr>
          <a:xfrm>
            <a:off x="827212" y="3587144"/>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2. Quality Classification + Advisory:</a:t>
            </a:r>
            <a:endParaRPr lang="en-US"/>
          </a:p>
          <a:p>
            <a:r>
              <a:rPr lang="en-US" sz="2400">
                <a:solidFill>
                  <a:srgbClr val="FFFFFF"/>
                </a:solidFill>
                <a:ea typeface="+mn-lt"/>
                <a:cs typeface="+mn-lt"/>
              </a:rPr>
              <a:t>Hybrid ML system: Classical pipeline (96.36% accuracy) for 5-class quality grading + RAG-based advisory using TRI published documents</a:t>
            </a:r>
            <a:endParaRPr lang="en-US"/>
          </a:p>
          <a:p>
            <a:endParaRPr lang="en-US" sz="2400" b="1">
              <a:solidFill>
                <a:srgbClr val="FFFFFF"/>
              </a:solidFill>
              <a:ea typeface="Calibri"/>
              <a:cs typeface="Calibri"/>
            </a:endParaRPr>
          </a:p>
        </p:txBody>
      </p:sp>
      <p:sp>
        <p:nvSpPr>
          <p:cNvPr id="35" name="Shape 6">
            <a:extLst>
              <a:ext uri="{FF2B5EF4-FFF2-40B4-BE49-F238E27FC236}">
                <a16:creationId xmlns:a16="http://schemas.microsoft.com/office/drawing/2014/main" id="{996C3BEF-A476-23BB-12AD-E2011FA8D8F1}"/>
              </a:ext>
            </a:extLst>
          </p:cNvPr>
          <p:cNvSpPr/>
          <p:nvPr/>
        </p:nvSpPr>
        <p:spPr>
          <a:xfrm>
            <a:off x="432745" y="3457111"/>
            <a:ext cx="244195" cy="261916"/>
          </a:xfrm>
          <a:prstGeom prst="ellipse">
            <a:avLst/>
          </a:prstGeom>
          <a:solidFill>
            <a:srgbClr val="C8A13C"/>
          </a:solidFill>
          <a:ln w="12700">
            <a:solidFill>
              <a:srgbClr val="C8A13C"/>
            </a:solidFill>
            <a:prstDash val="solid"/>
          </a:ln>
        </p:spPr>
        <p:txBody>
          <a:bodyPr/>
          <a:lstStyle/>
          <a:p>
            <a:endParaRPr lang="en-US"/>
          </a:p>
        </p:txBody>
      </p:sp>
      <p:sp>
        <p:nvSpPr>
          <p:cNvPr id="39" name="Text 8">
            <a:extLst>
              <a:ext uri="{FF2B5EF4-FFF2-40B4-BE49-F238E27FC236}">
                <a16:creationId xmlns:a16="http://schemas.microsoft.com/office/drawing/2014/main" id="{37B1DEFD-7E18-AE32-AFEC-438241DF0261}"/>
              </a:ext>
            </a:extLst>
          </p:cNvPr>
          <p:cNvSpPr/>
          <p:nvPr/>
        </p:nvSpPr>
        <p:spPr>
          <a:xfrm>
            <a:off x="839704" y="4506614"/>
            <a:ext cx="10930622" cy="604992"/>
          </a:xfrm>
          <a:prstGeom prst="rect">
            <a:avLst/>
          </a:prstGeom>
          <a:noFill/>
          <a:ln/>
        </p:spPr>
        <p:txBody>
          <a:bodyPr wrap="square" lIns="91440" tIns="45720" rIns="91440" bIns="45720" rtlCol="0" anchor="ctr"/>
          <a:lstStyle/>
          <a:p>
            <a:endParaRPr lang="en-US" sz="2400">
              <a:solidFill>
                <a:srgbClr val="FFFFFF"/>
              </a:solidFill>
              <a:ea typeface="Calibri"/>
              <a:cs typeface="Calibri"/>
            </a:endParaRPr>
          </a:p>
        </p:txBody>
      </p:sp>
      <p:sp>
        <p:nvSpPr>
          <p:cNvPr id="42" name="Shape 6">
            <a:extLst>
              <a:ext uri="{FF2B5EF4-FFF2-40B4-BE49-F238E27FC236}">
                <a16:creationId xmlns:a16="http://schemas.microsoft.com/office/drawing/2014/main" id="{0F64C53A-241F-132C-A789-9B1FA3C1EBB4}"/>
              </a:ext>
            </a:extLst>
          </p:cNvPr>
          <p:cNvSpPr/>
          <p:nvPr/>
        </p:nvSpPr>
        <p:spPr>
          <a:xfrm>
            <a:off x="432744" y="4690052"/>
            <a:ext cx="244195" cy="261916"/>
          </a:xfrm>
          <a:prstGeom prst="ellipse">
            <a:avLst/>
          </a:prstGeom>
          <a:solidFill>
            <a:srgbClr val="C8A13C"/>
          </a:solidFill>
          <a:ln w="12700">
            <a:solidFill>
              <a:srgbClr val="C8A13C"/>
            </a:solidFill>
            <a:prstDash val="solid"/>
          </a:ln>
        </p:spPr>
        <p:txBody>
          <a:bodyPr/>
          <a:lstStyle/>
          <a:p>
            <a:endParaRPr lang="en-US"/>
          </a:p>
        </p:txBody>
      </p:sp>
      <p:sp>
        <p:nvSpPr>
          <p:cNvPr id="4" name="Text 8">
            <a:extLst>
              <a:ext uri="{FF2B5EF4-FFF2-40B4-BE49-F238E27FC236}">
                <a16:creationId xmlns:a16="http://schemas.microsoft.com/office/drawing/2014/main" id="{2AF4F393-8710-A8F0-0C88-F9AD0F7CE339}"/>
              </a:ext>
            </a:extLst>
          </p:cNvPr>
          <p:cNvSpPr/>
          <p:nvPr/>
        </p:nvSpPr>
        <p:spPr>
          <a:xfrm>
            <a:off x="842606" y="4795568"/>
            <a:ext cx="10931787" cy="758931"/>
          </a:xfrm>
          <a:prstGeom prst="rect">
            <a:avLst/>
          </a:prstGeom>
          <a:noFill/>
          <a:ln/>
        </p:spPr>
        <p:txBody>
          <a:bodyPr wrap="square" lIns="91440" tIns="45720" rIns="91440" bIns="45720" rtlCol="0" anchor="ctr"/>
          <a:lstStyle/>
          <a:p>
            <a:r>
              <a:rPr lang="en-US" sz="2400" b="1">
                <a:solidFill>
                  <a:srgbClr val="FFFFFF"/>
                </a:solidFill>
                <a:ea typeface="+mn-lt"/>
                <a:cs typeface="+mn-lt"/>
              </a:rPr>
              <a:t>3. Cultivar Identification:</a:t>
            </a:r>
            <a:endParaRPr lang="en-US">
              <a:ea typeface="+mn-lt"/>
              <a:cs typeface="+mn-lt"/>
            </a:endParaRPr>
          </a:p>
          <a:p>
            <a:r>
              <a:rPr lang="en-US" sz="2400">
                <a:solidFill>
                  <a:srgbClr val="FFFFFF"/>
                </a:solidFill>
                <a:ea typeface="+mn-lt"/>
                <a:cs typeface="+mn-lt"/>
              </a:rPr>
              <a:t>Tea cultivar identification system for variety classification(future work)</a:t>
            </a:r>
            <a:endParaRPr lang="en-US"/>
          </a:p>
          <a:p>
            <a:endParaRPr lang="en-US" sz="2400" b="1">
              <a:solidFill>
                <a:srgbClr val="FFFFFF"/>
              </a:solidFill>
              <a:ea typeface="Calibri"/>
              <a:cs typeface="Calibri"/>
            </a:endParaRPr>
          </a:p>
        </p:txBody>
      </p:sp>
    </p:spTree>
    <p:extLst>
      <p:ext uri="{BB962C8B-B14F-4D97-AF65-F5344CB8AC3E}">
        <p14:creationId xmlns:p14="http://schemas.microsoft.com/office/powerpoint/2010/main" val="1036904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D096D6C4-7ADF-83CE-9F5C-B503C6EEDA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6847BF-3DCA-D6A5-B987-762E684F9C69}"/>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SYSTEM DIAGRAM</a:t>
            </a:r>
            <a:endParaRPr lang="en-US" sz="3400">
              <a:latin typeface="Calibri"/>
              <a:ea typeface="Calibri"/>
              <a:cs typeface="Calibri"/>
            </a:endParaRPr>
          </a:p>
        </p:txBody>
      </p:sp>
      <p:sp>
        <p:nvSpPr>
          <p:cNvPr id="26" name="Shape 24">
            <a:extLst>
              <a:ext uri="{FF2B5EF4-FFF2-40B4-BE49-F238E27FC236}">
                <a16:creationId xmlns:a16="http://schemas.microsoft.com/office/drawing/2014/main" id="{4EE59E20-4E70-85A4-7713-9720CD341DA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8" name="Text 26">
            <a:extLst>
              <a:ext uri="{FF2B5EF4-FFF2-40B4-BE49-F238E27FC236}">
                <a16:creationId xmlns:a16="http://schemas.microsoft.com/office/drawing/2014/main" id="{4F712684-6F77-2B07-FB5E-593AFFB13F3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7">
            <a:extLst>
              <a:ext uri="{FF2B5EF4-FFF2-40B4-BE49-F238E27FC236}">
                <a16:creationId xmlns:a16="http://schemas.microsoft.com/office/drawing/2014/main" id="{1311C7C1-3BF7-97CA-674C-172AA31A23FF}"/>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6</a:t>
            </a:r>
            <a:endParaRPr lang="en-US" sz="1000"/>
          </a:p>
        </p:txBody>
      </p:sp>
      <p:sp>
        <p:nvSpPr>
          <p:cNvPr id="4" name="Rectangle 3">
            <a:extLst>
              <a:ext uri="{FF2B5EF4-FFF2-40B4-BE49-F238E27FC236}">
                <a16:creationId xmlns:a16="http://schemas.microsoft.com/office/drawing/2014/main" id="{529144B6-2C73-FC72-FEA9-7F1B0CB4D2C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23">
            <a:extLst>
              <a:ext uri="{FF2B5EF4-FFF2-40B4-BE49-F238E27FC236}">
                <a16:creationId xmlns:a16="http://schemas.microsoft.com/office/drawing/2014/main" id="{7A73F05D-8B23-DA87-A9C5-6D323077C3CE}"/>
              </a:ext>
            </a:extLst>
          </p:cNvPr>
          <p:cNvSpPr/>
          <p:nvPr/>
        </p:nvSpPr>
        <p:spPr>
          <a:xfrm>
            <a:off x="11385474" y="6431168"/>
            <a:ext cx="548640" cy="274320"/>
          </a:xfrm>
          <a:prstGeom prst="rect">
            <a:avLst/>
          </a:prstGeom>
          <a:noFill/>
          <a:ln/>
        </p:spPr>
        <p:txBody>
          <a:bodyPr wrap="square" lIns="91440" tIns="45720" rIns="91440" bIns="45720" rtlCol="0" anchor="ctr"/>
          <a:lstStyle/>
          <a:p>
            <a:pPr algn="r"/>
            <a:r>
              <a:rPr lang="en-US">
                <a:solidFill>
                  <a:srgbClr val="080658"/>
                </a:solidFill>
                <a:latin typeface="Calibri"/>
                <a:ea typeface="Calibri"/>
                <a:cs typeface="Calibri"/>
              </a:rPr>
              <a:t>07</a:t>
            </a:r>
            <a:endParaRPr lang="en-US"/>
          </a:p>
        </p:txBody>
      </p:sp>
      <p:pic>
        <p:nvPicPr>
          <p:cNvPr id="8" name="Picture 7">
            <a:extLst>
              <a:ext uri="{FF2B5EF4-FFF2-40B4-BE49-F238E27FC236}">
                <a16:creationId xmlns:a16="http://schemas.microsoft.com/office/drawing/2014/main" id="{4425F191-52DB-145D-815F-8E071D03A795}"/>
              </a:ext>
            </a:extLst>
          </p:cNvPr>
          <p:cNvPicPr>
            <a:picLocks noChangeAspect="1"/>
          </p:cNvPicPr>
          <p:nvPr/>
        </p:nvPicPr>
        <p:blipFill>
          <a:blip r:embed="rId3"/>
          <a:stretch>
            <a:fillRect/>
          </a:stretch>
        </p:blipFill>
        <p:spPr>
          <a:xfrm>
            <a:off x="133897" y="6400879"/>
            <a:ext cx="2371725" cy="381000"/>
          </a:xfrm>
          <a:prstGeom prst="rect">
            <a:avLst/>
          </a:prstGeom>
        </p:spPr>
      </p:pic>
      <p:sp>
        <p:nvSpPr>
          <p:cNvPr id="10" name="TextBox 9">
            <a:extLst>
              <a:ext uri="{FF2B5EF4-FFF2-40B4-BE49-F238E27FC236}">
                <a16:creationId xmlns:a16="http://schemas.microsoft.com/office/drawing/2014/main" id="{AEAE22C2-3EA4-32FC-29F7-C00CD9757E84}"/>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pic>
        <p:nvPicPr>
          <p:cNvPr id="3" name="Picture 2" descr="A diagram of a model&#10;&#10;AI-generated content may be incorrect.">
            <a:extLst>
              <a:ext uri="{FF2B5EF4-FFF2-40B4-BE49-F238E27FC236}">
                <a16:creationId xmlns:a16="http://schemas.microsoft.com/office/drawing/2014/main" id="{9A021AC0-BAB5-BA5B-732D-C744203A3C5F}"/>
              </a:ext>
            </a:extLst>
          </p:cNvPr>
          <p:cNvPicPr>
            <a:picLocks noChangeAspect="1"/>
          </p:cNvPicPr>
          <p:nvPr/>
        </p:nvPicPr>
        <p:blipFill>
          <a:blip r:embed="rId4"/>
          <a:stretch>
            <a:fillRect/>
          </a:stretch>
        </p:blipFill>
        <p:spPr>
          <a:xfrm>
            <a:off x="215661" y="1716929"/>
            <a:ext cx="11846944" cy="3553536"/>
          </a:xfrm>
          <a:prstGeom prst="rect">
            <a:avLst/>
          </a:prstGeom>
        </p:spPr>
      </p:pic>
    </p:spTree>
    <p:extLst>
      <p:ext uri="{BB962C8B-B14F-4D97-AF65-F5344CB8AC3E}">
        <p14:creationId xmlns:p14="http://schemas.microsoft.com/office/powerpoint/2010/main" val="113049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227B0D8C-BD70-31EC-2363-F81CC5FEAC26}"/>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00AAC43F-A51A-1254-F645-1759AEE4728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6" name="Shape 13">
            <a:extLst>
              <a:ext uri="{FF2B5EF4-FFF2-40B4-BE49-F238E27FC236}">
                <a16:creationId xmlns:a16="http://schemas.microsoft.com/office/drawing/2014/main" id="{689C09FD-3FE6-992B-A9C5-B459D4C05408}"/>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17" name="Text 14">
            <a:extLst>
              <a:ext uri="{FF2B5EF4-FFF2-40B4-BE49-F238E27FC236}">
                <a16:creationId xmlns:a16="http://schemas.microsoft.com/office/drawing/2014/main" id="{03301E30-8F2C-89F1-8FFF-86E2E268DA60}"/>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8" name="Text 15">
            <a:extLst>
              <a:ext uri="{FF2B5EF4-FFF2-40B4-BE49-F238E27FC236}">
                <a16:creationId xmlns:a16="http://schemas.microsoft.com/office/drawing/2014/main" id="{020EEB2C-83DE-B584-8B50-6FCD14E81DAB}"/>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4</a:t>
            </a:r>
            <a:endParaRPr lang="en-US" sz="1000"/>
          </a:p>
        </p:txBody>
      </p:sp>
      <p:sp>
        <p:nvSpPr>
          <p:cNvPr id="21" name="Rectangle 20">
            <a:extLst>
              <a:ext uri="{FF2B5EF4-FFF2-40B4-BE49-F238E27FC236}">
                <a16:creationId xmlns:a16="http://schemas.microsoft.com/office/drawing/2014/main" id="{18B7E4CF-B5D2-FE62-8673-D708122C317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23">
            <a:extLst>
              <a:ext uri="{FF2B5EF4-FFF2-40B4-BE49-F238E27FC236}">
                <a16:creationId xmlns:a16="http://schemas.microsoft.com/office/drawing/2014/main" id="{27EB0738-C367-234D-A9E5-D2D21E95CA78}"/>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08</a:t>
            </a:r>
          </a:p>
        </p:txBody>
      </p:sp>
      <p:pic>
        <p:nvPicPr>
          <p:cNvPr id="25" name="Picture 24">
            <a:extLst>
              <a:ext uri="{FF2B5EF4-FFF2-40B4-BE49-F238E27FC236}">
                <a16:creationId xmlns:a16="http://schemas.microsoft.com/office/drawing/2014/main" id="{061F90D9-6889-C79B-8B95-DF9B4DFC9870}"/>
              </a:ext>
            </a:extLst>
          </p:cNvPr>
          <p:cNvPicPr>
            <a:picLocks noChangeAspect="1"/>
          </p:cNvPicPr>
          <p:nvPr/>
        </p:nvPicPr>
        <p:blipFill>
          <a:blip r:embed="rId3"/>
          <a:stretch>
            <a:fillRect/>
          </a:stretch>
        </p:blipFill>
        <p:spPr>
          <a:xfrm>
            <a:off x="133897" y="6400879"/>
            <a:ext cx="2371725" cy="381000"/>
          </a:xfrm>
          <a:prstGeom prst="rect">
            <a:avLst/>
          </a:prstGeom>
        </p:spPr>
      </p:pic>
      <p:sp>
        <p:nvSpPr>
          <p:cNvPr id="27" name="TextBox 26">
            <a:extLst>
              <a:ext uri="{FF2B5EF4-FFF2-40B4-BE49-F238E27FC236}">
                <a16:creationId xmlns:a16="http://schemas.microsoft.com/office/drawing/2014/main" id="{F53FABC4-AC0A-4E8A-4A6C-7301410ABBAE}"/>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0" name="Text 0">
            <a:extLst>
              <a:ext uri="{FF2B5EF4-FFF2-40B4-BE49-F238E27FC236}">
                <a16:creationId xmlns:a16="http://schemas.microsoft.com/office/drawing/2014/main" id="{3794139B-7D3B-2CE7-7A0E-0CC3ABFF606A}"/>
              </a:ext>
            </a:extLst>
          </p:cNvPr>
          <p:cNvSpPr/>
          <p:nvPr/>
        </p:nvSpPr>
        <p:spPr>
          <a:xfrm>
            <a:off x="390734" y="434287"/>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24" name="Text 3">
            <a:extLst>
              <a:ext uri="{FF2B5EF4-FFF2-40B4-BE49-F238E27FC236}">
                <a16:creationId xmlns:a16="http://schemas.microsoft.com/office/drawing/2014/main" id="{AA744736-92CC-8524-60C1-1C2F0C75F7FF}"/>
              </a:ext>
            </a:extLst>
          </p:cNvPr>
          <p:cNvSpPr/>
          <p:nvPr/>
        </p:nvSpPr>
        <p:spPr>
          <a:xfrm>
            <a:off x="283441" y="1623650"/>
            <a:ext cx="10292715" cy="1393498"/>
          </a:xfrm>
          <a:prstGeom prst="rect">
            <a:avLst/>
          </a:prstGeom>
          <a:noFill/>
          <a:ln/>
        </p:spPr>
        <p:txBody>
          <a:bodyPr wrap="square" lIns="91440" tIns="45720" rIns="91440" bIns="45720" rtlCol="0" anchor="ctr"/>
          <a:lstStyle/>
          <a:p>
            <a:r>
              <a:rPr lang="en-US" sz="2400">
                <a:ea typeface="+mn-lt"/>
                <a:cs typeface="+mn-lt"/>
              </a:rPr>
              <a:t>Image Capture &amp; Validation:</a:t>
            </a:r>
            <a:endParaRPr lang="en-US"/>
          </a:p>
          <a:p>
            <a:pPr marL="285750" indent="-285750">
              <a:buFont typeface="Arial"/>
              <a:buChar char="•"/>
            </a:pPr>
            <a:r>
              <a:rPr lang="en-US">
                <a:ea typeface="+mn-lt"/>
                <a:cs typeface="+mn-lt"/>
              </a:rPr>
              <a:t>Technologies: Kotlin, Android SDK, </a:t>
            </a:r>
            <a:r>
              <a:rPr lang="en-US" err="1">
                <a:ea typeface="+mn-lt"/>
                <a:cs typeface="+mn-lt"/>
              </a:rPr>
              <a:t>CameraX</a:t>
            </a:r>
            <a:endParaRPr lang="en-US" err="1">
              <a:ea typeface="Calibri"/>
              <a:cs typeface="Calibri"/>
            </a:endParaRPr>
          </a:p>
          <a:p>
            <a:pPr marL="285750" indent="-285750">
              <a:buFont typeface="Arial"/>
              <a:buChar char="•"/>
            </a:pPr>
            <a:r>
              <a:rPr lang="en-US">
                <a:ea typeface="+mn-lt"/>
                <a:cs typeface="+mn-lt"/>
              </a:rPr>
              <a:t>Quality Validation: Real-time blur detection, exposure checking, glare detection</a:t>
            </a:r>
            <a:endParaRPr lang="en-US"/>
          </a:p>
          <a:p>
            <a:pPr marL="285750" indent="-285750">
              <a:buFont typeface="Arial"/>
              <a:buChar char="•"/>
            </a:pPr>
            <a:r>
              <a:rPr lang="en-US">
                <a:ea typeface="+mn-lt"/>
                <a:cs typeface="+mn-lt"/>
              </a:rPr>
              <a:t>Metadata: Session-based capture with timestamp and device info</a:t>
            </a:r>
            <a:endParaRPr lang="en-US"/>
          </a:p>
          <a:p>
            <a:pPr marL="285750" indent="-285750">
              <a:buFont typeface="Arial"/>
              <a:buChar char="•"/>
            </a:pPr>
            <a:r>
              <a:rPr lang="en-US">
                <a:ea typeface="+mn-lt"/>
                <a:cs typeface="+mn-lt"/>
              </a:rPr>
              <a:t>Output: Research-grade images for ML training</a:t>
            </a:r>
            <a:endParaRPr lang="en-US"/>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p:txBody>
      </p:sp>
      <p:sp>
        <p:nvSpPr>
          <p:cNvPr id="28" name="Text 3">
            <a:extLst>
              <a:ext uri="{FF2B5EF4-FFF2-40B4-BE49-F238E27FC236}">
                <a16:creationId xmlns:a16="http://schemas.microsoft.com/office/drawing/2014/main" id="{E824ED94-AF85-09FE-67E0-5A7D09FA706C}"/>
              </a:ext>
            </a:extLst>
          </p:cNvPr>
          <p:cNvSpPr/>
          <p:nvPr/>
        </p:nvSpPr>
        <p:spPr>
          <a:xfrm>
            <a:off x="219512" y="3347646"/>
            <a:ext cx="6608561" cy="2825133"/>
          </a:xfrm>
          <a:prstGeom prst="rect">
            <a:avLst/>
          </a:prstGeom>
          <a:noFill/>
          <a:ln/>
        </p:spPr>
        <p:txBody>
          <a:bodyPr wrap="square" lIns="91440" tIns="45720" rIns="91440" bIns="45720" rtlCol="0" anchor="ctr"/>
          <a:lstStyle/>
          <a:p>
            <a:endParaRPr lang="en-US" sz="2400" b="1"/>
          </a:p>
          <a:p>
            <a:r>
              <a:rPr lang="en-US" sz="2400" b="1"/>
              <a:t>Tea Leaf Quality Classification:</a:t>
            </a:r>
            <a:endParaRPr lang="en-US"/>
          </a:p>
          <a:p>
            <a:pPr marL="285750" indent="-285750">
              <a:buFont typeface="Arial"/>
              <a:buChar char="•"/>
            </a:pPr>
            <a:r>
              <a:rPr lang="en-US">
                <a:ea typeface="+mn-lt"/>
                <a:cs typeface="+mn-lt"/>
              </a:rPr>
              <a:t>Feature Engineering: 25 hand-crafted features </a:t>
            </a:r>
          </a:p>
          <a:p>
            <a:pPr marL="285750" indent="-285750">
              <a:buFont typeface="Arial"/>
              <a:buChar char="•"/>
            </a:pPr>
            <a:r>
              <a:rPr lang="en-US">
                <a:ea typeface="+mn-lt"/>
                <a:cs typeface="+mn-lt"/>
              </a:rPr>
              <a:t>Color: RGB, HSV, LAB (</a:t>
            </a:r>
            <a:r>
              <a:rPr lang="en-US" err="1">
                <a:ea typeface="+mn-lt"/>
                <a:cs typeface="+mn-lt"/>
              </a:rPr>
              <a:t>lab_a_mean</a:t>
            </a:r>
            <a:r>
              <a:rPr lang="en-US">
                <a:ea typeface="+mn-lt"/>
                <a:cs typeface="+mn-lt"/>
              </a:rPr>
              <a:t>, </a:t>
            </a:r>
            <a:r>
              <a:rPr lang="en-US" err="1">
                <a:ea typeface="+mn-lt"/>
                <a:cs typeface="+mn-lt"/>
              </a:rPr>
              <a:t>lab_b_mean</a:t>
            </a:r>
            <a:r>
              <a:rPr lang="en-US">
                <a:ea typeface="+mn-lt"/>
                <a:cs typeface="+mn-lt"/>
              </a:rPr>
              <a:t>, </a:t>
            </a:r>
            <a:r>
              <a:rPr lang="en-US" err="1">
                <a:ea typeface="+mn-lt"/>
                <a:cs typeface="+mn-lt"/>
              </a:rPr>
              <a:t>green_ratio</a:t>
            </a:r>
            <a:r>
              <a:rPr lang="en-US">
                <a:ea typeface="+mn-lt"/>
                <a:cs typeface="+mn-lt"/>
              </a:rPr>
              <a:t>, </a:t>
            </a:r>
            <a:r>
              <a:rPr lang="en-US" err="1">
                <a:ea typeface="+mn-lt"/>
                <a:cs typeface="+mn-lt"/>
              </a:rPr>
              <a:t>browning_ratio</a:t>
            </a:r>
            <a:r>
              <a:rPr lang="en-US">
                <a:ea typeface="+mn-lt"/>
                <a:cs typeface="+mn-lt"/>
              </a:rPr>
              <a:t>)</a:t>
            </a:r>
            <a:endParaRPr lang="en-US"/>
          </a:p>
          <a:p>
            <a:pPr marL="285750" indent="-285750">
              <a:buFont typeface="Arial"/>
              <a:buChar char="•"/>
            </a:pPr>
            <a:r>
              <a:rPr lang="en-US">
                <a:ea typeface="+mn-lt"/>
                <a:cs typeface="+mn-lt"/>
              </a:rPr>
              <a:t>Shape: solidity, eccentricity, </a:t>
            </a:r>
            <a:r>
              <a:rPr lang="en-US" err="1">
                <a:ea typeface="+mn-lt"/>
                <a:cs typeface="+mn-lt"/>
              </a:rPr>
              <a:t>area_ratio</a:t>
            </a:r>
            <a:r>
              <a:rPr lang="en-US">
                <a:ea typeface="+mn-lt"/>
                <a:cs typeface="+mn-lt"/>
              </a:rPr>
              <a:t>, </a:t>
            </a:r>
            <a:r>
              <a:rPr lang="en-US" err="1">
                <a:ea typeface="+mn-lt"/>
                <a:cs typeface="+mn-lt"/>
              </a:rPr>
              <a:t>aspect_ratio</a:t>
            </a:r>
            <a:endParaRPr lang="en-US" err="1"/>
          </a:p>
          <a:p>
            <a:pPr marL="285750" indent="-285750">
              <a:buFont typeface="Arial"/>
              <a:buChar char="•"/>
            </a:pPr>
            <a:r>
              <a:rPr lang="en-US">
                <a:ea typeface="+mn-lt"/>
                <a:cs typeface="+mn-lt"/>
              </a:rPr>
              <a:t>Texture: GLCM correlation, LBP energy, LBP std</a:t>
            </a:r>
            <a:endParaRPr lang="en-US"/>
          </a:p>
          <a:p>
            <a:pPr marL="285750" indent="-285750">
              <a:buFont typeface="Arial"/>
              <a:buChar char="•"/>
            </a:pPr>
            <a:r>
              <a:rPr lang="en-US">
                <a:ea typeface="+mn-lt"/>
                <a:cs typeface="+mn-lt"/>
              </a:rPr>
              <a:t>Technologies: Python, OpenCV, scikit-learn</a:t>
            </a:r>
            <a:endParaRPr lang="en-US"/>
          </a:p>
          <a:p>
            <a:pPr marL="285750" indent="-285750">
              <a:buFont typeface="Arial"/>
              <a:buChar char="•"/>
            </a:pPr>
            <a:r>
              <a:rPr lang="en-US">
                <a:ea typeface="+mn-lt"/>
                <a:cs typeface="+mn-lt"/>
              </a:rPr>
              <a:t>Models: AdaBoost, Random Forest, Gradient Boosting, SVM, KNN, MLP</a:t>
            </a:r>
            <a:endParaRPr lang="en-US"/>
          </a:p>
          <a:p>
            <a:pPr marL="285750" indent="-285750">
              <a:buFont typeface="Arial"/>
              <a:buChar char="•"/>
            </a:pPr>
            <a:r>
              <a:rPr lang="en-US">
                <a:ea typeface="+mn-lt"/>
                <a:cs typeface="+mn-lt"/>
              </a:rPr>
              <a:t>Best Model: AdaBoost  96.36% accuracy, Macro F1: 0.964</a:t>
            </a:r>
            <a:endParaRPr lang="en-US"/>
          </a:p>
          <a:p>
            <a:pPr marL="285750" indent="-285750">
              <a:buFont typeface="Arial"/>
              <a:buChar char="•"/>
            </a:pPr>
            <a:r>
              <a:rPr lang="en-US">
                <a:ea typeface="Calibri"/>
                <a:cs typeface="Calibri"/>
              </a:rPr>
              <a:t>Split Strategy: Session-based splitting (prevent data leakage)</a:t>
            </a:r>
          </a:p>
          <a:p>
            <a:endParaRPr lang="en-US">
              <a:ea typeface="Calibri"/>
              <a:cs typeface="Calibri"/>
            </a:endParaRPr>
          </a:p>
          <a:p>
            <a:endParaRPr lang="en-US">
              <a:ea typeface="Calibri"/>
              <a:cs typeface="Calibri"/>
            </a:endParaRPr>
          </a:p>
          <a:p>
            <a:endParaRPr lang="en-US">
              <a:ea typeface="+mn-lt"/>
              <a:cs typeface="+mn-lt"/>
            </a:endParaRPr>
          </a:p>
          <a:p>
            <a:endParaRPr lang="en-US">
              <a:ea typeface="+mn-lt"/>
              <a:cs typeface="+mn-lt"/>
            </a:endParaRPr>
          </a:p>
        </p:txBody>
      </p:sp>
      <p:pic>
        <p:nvPicPr>
          <p:cNvPr id="2" name="Picture 1" descr="Discovering the World’s Tea Plantations">
            <a:extLst>
              <a:ext uri="{FF2B5EF4-FFF2-40B4-BE49-F238E27FC236}">
                <a16:creationId xmlns:a16="http://schemas.microsoft.com/office/drawing/2014/main" id="{979F4BDA-B7D8-ADFB-1289-215214002ED4}"/>
              </a:ext>
            </a:extLst>
          </p:cNvPr>
          <p:cNvPicPr>
            <a:picLocks noChangeAspect="1"/>
          </p:cNvPicPr>
          <p:nvPr/>
        </p:nvPicPr>
        <p:blipFill>
          <a:blip r:embed="rId4"/>
          <a:stretch>
            <a:fillRect/>
          </a:stretch>
        </p:blipFill>
        <p:spPr>
          <a:xfrm>
            <a:off x="7740481" y="1617578"/>
            <a:ext cx="4197354" cy="4197685"/>
          </a:xfrm>
          <a:prstGeom prst="ellipse">
            <a:avLst/>
          </a:prstGeom>
          <a:ln>
            <a:noFill/>
          </a:ln>
          <a:effectLst>
            <a:softEdge rad="112500"/>
          </a:effectLst>
        </p:spPr>
      </p:pic>
    </p:spTree>
    <p:extLst>
      <p:ext uri="{BB962C8B-B14F-4D97-AF65-F5344CB8AC3E}">
        <p14:creationId xmlns:p14="http://schemas.microsoft.com/office/powerpoint/2010/main" val="4071597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10B6EDC5-EB58-B1C0-CFB6-88FEC98A2DB4}"/>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EBCE072A-8B17-30D0-C207-9B749F77C18D}"/>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6" name="Shape 13">
            <a:extLst>
              <a:ext uri="{FF2B5EF4-FFF2-40B4-BE49-F238E27FC236}">
                <a16:creationId xmlns:a16="http://schemas.microsoft.com/office/drawing/2014/main" id="{3A04E4EB-9D6B-EAF9-0109-BB8A20385EFC}"/>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17" name="Text 14">
            <a:extLst>
              <a:ext uri="{FF2B5EF4-FFF2-40B4-BE49-F238E27FC236}">
                <a16:creationId xmlns:a16="http://schemas.microsoft.com/office/drawing/2014/main" id="{C6D03787-C4D3-C490-ADE8-892F72F3AFCA}"/>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8" name="Text 15">
            <a:extLst>
              <a:ext uri="{FF2B5EF4-FFF2-40B4-BE49-F238E27FC236}">
                <a16:creationId xmlns:a16="http://schemas.microsoft.com/office/drawing/2014/main" id="{0E261ED2-86D0-E8A3-AFE7-9A2130397361}"/>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4</a:t>
            </a:r>
            <a:endParaRPr lang="en-US" sz="1000"/>
          </a:p>
        </p:txBody>
      </p:sp>
      <p:sp>
        <p:nvSpPr>
          <p:cNvPr id="21" name="Rectangle 20">
            <a:extLst>
              <a:ext uri="{FF2B5EF4-FFF2-40B4-BE49-F238E27FC236}">
                <a16:creationId xmlns:a16="http://schemas.microsoft.com/office/drawing/2014/main" id="{07CFF30C-85D4-1076-A1A7-0D0836B2E8C7}"/>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23">
            <a:extLst>
              <a:ext uri="{FF2B5EF4-FFF2-40B4-BE49-F238E27FC236}">
                <a16:creationId xmlns:a16="http://schemas.microsoft.com/office/drawing/2014/main" id="{6CD58185-3449-D79F-D5F0-FE1C9A6007D3}"/>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09</a:t>
            </a:r>
          </a:p>
        </p:txBody>
      </p:sp>
      <p:pic>
        <p:nvPicPr>
          <p:cNvPr id="25" name="Picture 24">
            <a:extLst>
              <a:ext uri="{FF2B5EF4-FFF2-40B4-BE49-F238E27FC236}">
                <a16:creationId xmlns:a16="http://schemas.microsoft.com/office/drawing/2014/main" id="{F93D154B-562A-4825-2E04-4C3F4E246E09}"/>
              </a:ext>
            </a:extLst>
          </p:cNvPr>
          <p:cNvPicPr>
            <a:picLocks noChangeAspect="1"/>
          </p:cNvPicPr>
          <p:nvPr/>
        </p:nvPicPr>
        <p:blipFill>
          <a:blip r:embed="rId3"/>
          <a:stretch>
            <a:fillRect/>
          </a:stretch>
        </p:blipFill>
        <p:spPr>
          <a:xfrm>
            <a:off x="133897" y="6400879"/>
            <a:ext cx="2371725" cy="381000"/>
          </a:xfrm>
          <a:prstGeom prst="rect">
            <a:avLst/>
          </a:prstGeom>
        </p:spPr>
      </p:pic>
      <p:sp>
        <p:nvSpPr>
          <p:cNvPr id="27" name="TextBox 26">
            <a:extLst>
              <a:ext uri="{FF2B5EF4-FFF2-40B4-BE49-F238E27FC236}">
                <a16:creationId xmlns:a16="http://schemas.microsoft.com/office/drawing/2014/main" id="{1296AD59-D144-A72D-29EE-15DF90A98B12}"/>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0" name="Text 0">
            <a:extLst>
              <a:ext uri="{FF2B5EF4-FFF2-40B4-BE49-F238E27FC236}">
                <a16:creationId xmlns:a16="http://schemas.microsoft.com/office/drawing/2014/main" id="{DD0AFD53-960F-36DD-040F-8F4C2606D498}"/>
              </a:ext>
            </a:extLst>
          </p:cNvPr>
          <p:cNvSpPr/>
          <p:nvPr/>
        </p:nvSpPr>
        <p:spPr>
          <a:xfrm>
            <a:off x="390734" y="434287"/>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24" name="Text 3">
            <a:extLst>
              <a:ext uri="{FF2B5EF4-FFF2-40B4-BE49-F238E27FC236}">
                <a16:creationId xmlns:a16="http://schemas.microsoft.com/office/drawing/2014/main" id="{C3A8749D-D4F3-EC11-4C9F-3C19B378521F}"/>
              </a:ext>
            </a:extLst>
          </p:cNvPr>
          <p:cNvSpPr/>
          <p:nvPr/>
        </p:nvSpPr>
        <p:spPr>
          <a:xfrm>
            <a:off x="283441" y="1623650"/>
            <a:ext cx="10292715" cy="1393498"/>
          </a:xfrm>
          <a:prstGeom prst="rect">
            <a:avLst/>
          </a:prstGeom>
          <a:noFill/>
          <a:ln/>
        </p:spPr>
        <p:txBody>
          <a:bodyPr wrap="square" lIns="91440" tIns="45720" rIns="91440" bIns="45720" rtlCol="0" anchor="ctr"/>
          <a:lstStyle/>
          <a:p>
            <a:r>
              <a:rPr lang="en-US" sz="2400"/>
              <a:t>Object Detection (In Progress):</a:t>
            </a:r>
            <a:endParaRPr lang="en-US"/>
          </a:p>
          <a:p>
            <a:pPr marL="285750" indent="-285750">
              <a:buFont typeface="Arial"/>
              <a:buChar char="•"/>
            </a:pPr>
            <a:r>
              <a:rPr lang="en-US">
                <a:ea typeface="+mn-lt"/>
                <a:cs typeface="+mn-lt"/>
              </a:rPr>
              <a:t>Technologies: YOLOv8, </a:t>
            </a:r>
            <a:r>
              <a:rPr lang="en-US" err="1">
                <a:ea typeface="+mn-lt"/>
                <a:cs typeface="+mn-lt"/>
              </a:rPr>
              <a:t>Ultralytics</a:t>
            </a:r>
            <a:r>
              <a:rPr lang="en-US">
                <a:ea typeface="+mn-lt"/>
                <a:cs typeface="+mn-lt"/>
              </a:rPr>
              <a:t>, </a:t>
            </a:r>
            <a:r>
              <a:rPr lang="en-US" err="1">
                <a:ea typeface="+mn-lt"/>
                <a:cs typeface="+mn-lt"/>
              </a:rPr>
              <a:t>Roboflow</a:t>
            </a:r>
            <a:endParaRPr lang="en-US" err="1">
              <a:ea typeface="Calibri"/>
              <a:cs typeface="Calibri"/>
            </a:endParaRPr>
          </a:p>
          <a:p>
            <a:pPr marL="285750" indent="-285750">
              <a:buFont typeface="Arial"/>
              <a:buChar char="•"/>
            </a:pPr>
            <a:r>
              <a:rPr lang="en-US">
                <a:ea typeface="+mn-lt"/>
                <a:cs typeface="+mn-lt"/>
              </a:rPr>
              <a:t>Task: Multi-class leaf detection with bounding boxes</a:t>
            </a:r>
            <a:endParaRPr lang="en-US"/>
          </a:p>
          <a:p>
            <a:pPr marL="285750" indent="-285750">
              <a:buFont typeface="Arial"/>
              <a:buChar char="•"/>
            </a:pPr>
            <a:r>
              <a:rPr lang="en-US">
                <a:ea typeface="+mn-lt"/>
                <a:cs typeface="+mn-lt"/>
              </a:rPr>
              <a:t>Current Performance: 56.9% mAP50</a:t>
            </a:r>
            <a:endParaRPr lang="en-US"/>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p:txBody>
      </p:sp>
      <p:sp>
        <p:nvSpPr>
          <p:cNvPr id="28" name="Text 3">
            <a:extLst>
              <a:ext uri="{FF2B5EF4-FFF2-40B4-BE49-F238E27FC236}">
                <a16:creationId xmlns:a16="http://schemas.microsoft.com/office/drawing/2014/main" id="{4F81C6F5-4175-C3A3-17D3-E68E37DAC384}"/>
              </a:ext>
            </a:extLst>
          </p:cNvPr>
          <p:cNvSpPr/>
          <p:nvPr/>
        </p:nvSpPr>
        <p:spPr>
          <a:xfrm>
            <a:off x="219512" y="3347646"/>
            <a:ext cx="6608561" cy="2825133"/>
          </a:xfrm>
          <a:prstGeom prst="rect">
            <a:avLst/>
          </a:prstGeom>
          <a:noFill/>
          <a:ln/>
        </p:spPr>
        <p:txBody>
          <a:bodyPr wrap="square" lIns="91440" tIns="45720" rIns="91440" bIns="45720" rtlCol="0" anchor="ctr"/>
          <a:lstStyle/>
          <a:p>
            <a:endParaRPr lang="en-US" sz="2400" b="1"/>
          </a:p>
          <a:p>
            <a:r>
              <a:rPr lang="en-US" sz="2400" b="1"/>
              <a:t>RAG Advisory System:</a:t>
            </a:r>
            <a:endParaRPr lang="en-US" sz="2400" b="1">
              <a:ea typeface="Calibri"/>
              <a:cs typeface="Calibri"/>
            </a:endParaRPr>
          </a:p>
          <a:p>
            <a:pPr>
              <a:buFont typeface="Arial"/>
              <a:buChar char="•"/>
            </a:pPr>
            <a:r>
              <a:rPr lang="en-US" b="1">
                <a:ea typeface="+mn-lt"/>
                <a:cs typeface="+mn-lt"/>
              </a:rPr>
              <a:t>Technologies:</a:t>
            </a:r>
            <a:r>
              <a:rPr lang="en-US">
                <a:ea typeface="+mn-lt"/>
                <a:cs typeface="+mn-lt"/>
              </a:rPr>
              <a:t> Python, Sentence-BERT, FAISS, </a:t>
            </a:r>
            <a:r>
              <a:rPr lang="en-US" err="1">
                <a:ea typeface="+mn-lt"/>
                <a:cs typeface="+mn-lt"/>
              </a:rPr>
              <a:t>LangChain</a:t>
            </a:r>
            <a:endParaRPr lang="en-US">
              <a:ea typeface="+mn-lt"/>
              <a:cs typeface="+mn-lt"/>
            </a:endParaRPr>
          </a:p>
          <a:p>
            <a:pPr>
              <a:buFont typeface="Arial"/>
              <a:buChar char="•"/>
            </a:pPr>
            <a:r>
              <a:rPr lang="en-US" b="1">
                <a:ea typeface="+mn-lt"/>
                <a:cs typeface="+mn-lt"/>
              </a:rPr>
              <a:t>Chunking:</a:t>
            </a:r>
            <a:r>
              <a:rPr lang="en-US">
                <a:ea typeface="+mn-lt"/>
                <a:cs typeface="+mn-lt"/>
              </a:rPr>
              <a:t> 51 words per chunk average</a:t>
            </a:r>
          </a:p>
          <a:p>
            <a:pPr>
              <a:buFont typeface="Arial"/>
              <a:buChar char="•"/>
            </a:pPr>
            <a:r>
              <a:rPr lang="en-US" b="1">
                <a:ea typeface="+mn-lt"/>
                <a:cs typeface="+mn-lt"/>
              </a:rPr>
              <a:t>Retrieval:</a:t>
            </a:r>
            <a:r>
              <a:rPr lang="en-US">
                <a:ea typeface="+mn-lt"/>
                <a:cs typeface="+mn-lt"/>
              </a:rPr>
              <a:t> Hybrid (Dense + BM25 fusion)</a:t>
            </a:r>
          </a:p>
          <a:p>
            <a:pPr>
              <a:buFont typeface="Arial"/>
              <a:buChar char="•"/>
            </a:pPr>
            <a:r>
              <a:rPr lang="en-US" b="1">
                <a:ea typeface="+mn-lt"/>
                <a:cs typeface="+mn-lt"/>
              </a:rPr>
              <a:t>Corpus:</a:t>
            </a:r>
            <a:r>
              <a:rPr lang="en-US">
                <a:ea typeface="+mn-lt"/>
                <a:cs typeface="+mn-lt"/>
              </a:rPr>
              <a:t> TRI published documents (14 categories)</a:t>
            </a:r>
          </a:p>
          <a:p>
            <a:pPr>
              <a:buFont typeface="Arial"/>
              <a:buChar char="•"/>
            </a:pPr>
            <a:r>
              <a:rPr lang="en-US" b="1">
                <a:ea typeface="+mn-lt"/>
                <a:cs typeface="+mn-lt"/>
              </a:rPr>
              <a:t>Performance:</a:t>
            </a:r>
            <a:r>
              <a:rPr lang="en-US">
                <a:ea typeface="+mn-lt"/>
                <a:cs typeface="+mn-lt"/>
              </a:rPr>
              <a:t> MRR=1.0, Recall@5=100%, Hit Rate@5=100%</a:t>
            </a:r>
          </a:p>
          <a:p>
            <a:pPr marL="285750" indent="-285750">
              <a:buFont typeface="Arial"/>
              <a:buChar char="•"/>
            </a:pPr>
            <a:endParaRPr lang="en-US">
              <a:ea typeface="Calibri"/>
              <a:cs typeface="Calibri"/>
            </a:endParaRPr>
          </a:p>
          <a:p>
            <a:endParaRPr lang="en-US">
              <a:ea typeface="Calibri"/>
              <a:cs typeface="Calibri"/>
            </a:endParaRPr>
          </a:p>
          <a:p>
            <a:endParaRPr lang="en-US">
              <a:ea typeface="+mn-lt"/>
              <a:cs typeface="+mn-lt"/>
            </a:endParaRPr>
          </a:p>
          <a:p>
            <a:endParaRPr lang="en-US">
              <a:ea typeface="+mn-lt"/>
              <a:cs typeface="+mn-lt"/>
            </a:endParaRPr>
          </a:p>
        </p:txBody>
      </p:sp>
      <p:pic>
        <p:nvPicPr>
          <p:cNvPr id="3" name="Picture 2" descr="Discovering the World’s Tea Plantations">
            <a:extLst>
              <a:ext uri="{FF2B5EF4-FFF2-40B4-BE49-F238E27FC236}">
                <a16:creationId xmlns:a16="http://schemas.microsoft.com/office/drawing/2014/main" id="{99E65107-193E-DF21-2E51-E0D236FA6A14}"/>
              </a:ext>
            </a:extLst>
          </p:cNvPr>
          <p:cNvPicPr>
            <a:picLocks noChangeAspect="1"/>
          </p:cNvPicPr>
          <p:nvPr/>
        </p:nvPicPr>
        <p:blipFill>
          <a:blip r:embed="rId4"/>
          <a:stretch>
            <a:fillRect/>
          </a:stretch>
        </p:blipFill>
        <p:spPr>
          <a:xfrm>
            <a:off x="7740481" y="1617578"/>
            <a:ext cx="4197354" cy="4197685"/>
          </a:xfrm>
          <a:prstGeom prst="ellipse">
            <a:avLst/>
          </a:prstGeom>
          <a:ln>
            <a:noFill/>
          </a:ln>
          <a:effectLst>
            <a:softEdge rad="112500"/>
          </a:effectLst>
        </p:spPr>
      </p:pic>
    </p:spTree>
    <p:extLst>
      <p:ext uri="{BB962C8B-B14F-4D97-AF65-F5344CB8AC3E}">
        <p14:creationId xmlns:p14="http://schemas.microsoft.com/office/powerpoint/2010/main" val="4253932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BFED-E665-516A-5DDE-795DF9A54B2C}"/>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4C5BC91-5EED-E283-7283-AA0EA0461D2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FF2CEC97-EB7F-24AE-D76D-9F38D748BCF2}"/>
              </a:ext>
            </a:extLst>
          </p:cNvPr>
          <p:cNvSpPr/>
          <p:nvPr/>
        </p:nvSpPr>
        <p:spPr>
          <a:xfrm>
            <a:off x="31315"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0BFD3091-5E4A-6828-8F4A-DE7E14230384}"/>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BECE65D1-EE4B-4BD4-8977-42FCE3CE0B7B}"/>
              </a:ext>
            </a:extLst>
          </p:cNvPr>
          <p:cNvSpPr/>
          <p:nvPr/>
        </p:nvSpPr>
        <p:spPr>
          <a:xfrm>
            <a:off x="472085" y="981518"/>
            <a:ext cx="10789920" cy="640080"/>
          </a:xfrm>
          <a:prstGeom prst="rect">
            <a:avLst/>
          </a:prstGeom>
          <a:noFill/>
          <a:ln/>
        </p:spPr>
        <p:txBody>
          <a:bodyPr wrap="square" lIns="91440" tIns="45720" rIns="91440" bIns="45720" rtlCol="0" anchor="ctr"/>
          <a:lstStyle/>
          <a:p>
            <a:r>
              <a:rPr lang="en-US" sz="3400" b="1">
                <a:solidFill>
                  <a:schemeClr val="bg1"/>
                </a:solidFill>
              </a:rPr>
              <a:t>Current Enhancement Methods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BC5873EB-B5BE-F5AB-813E-6C7A07DB3DE1}"/>
              </a:ext>
            </a:extLst>
          </p:cNvPr>
          <p:cNvSpPr/>
          <p:nvPr/>
        </p:nvSpPr>
        <p:spPr>
          <a:xfrm>
            <a:off x="557146" y="1520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93F6073E-D4C6-7072-0890-07594A0711D1}"/>
              </a:ext>
            </a:extLst>
          </p:cNvPr>
          <p:cNvSpPr/>
          <p:nvPr/>
        </p:nvSpPr>
        <p:spPr>
          <a:xfrm>
            <a:off x="760583" y="1743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CD6426A9-6392-1FF5-D84B-46B24302F864}"/>
              </a:ext>
            </a:extLst>
          </p:cNvPr>
          <p:cNvSpPr/>
          <p:nvPr/>
        </p:nvSpPr>
        <p:spPr>
          <a:xfrm>
            <a:off x="760583" y="1862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1CC7D5C2-CEF3-8329-BC9C-10B973B8436A}"/>
              </a:ext>
            </a:extLst>
          </p:cNvPr>
          <p:cNvSpPr/>
          <p:nvPr/>
        </p:nvSpPr>
        <p:spPr>
          <a:xfrm>
            <a:off x="1539240" y="1863534"/>
            <a:ext cx="9716029" cy="718757"/>
          </a:xfrm>
          <a:prstGeom prst="rect">
            <a:avLst/>
          </a:prstGeom>
          <a:noFill/>
          <a:ln/>
        </p:spPr>
        <p:txBody>
          <a:bodyPr wrap="square" lIns="91440" tIns="45720" rIns="91440" bIns="45720" rtlCol="0" anchor="ctr"/>
          <a:lstStyle/>
          <a:p>
            <a:r>
              <a:rPr lang="en-US" b="1">
                <a:ea typeface="+mn-lt"/>
                <a:cs typeface="+mn-lt"/>
              </a:rPr>
              <a:t>Tea Leaf Image Capture &amp; Validation</a:t>
            </a:r>
            <a:endParaRPr lang="en-US">
              <a:ea typeface="+mn-lt"/>
              <a:cs typeface="+mn-lt"/>
            </a:endParaRPr>
          </a:p>
          <a:p>
            <a:r>
              <a:rPr lang="en-US">
                <a:ea typeface="+mn-lt"/>
                <a:cs typeface="+mn-lt"/>
              </a:rPr>
              <a:t> </a:t>
            </a:r>
            <a:r>
              <a:rPr lang="en-US" err="1">
                <a:ea typeface="+mn-lt"/>
                <a:cs typeface="+mn-lt"/>
              </a:rPr>
              <a:t>TeaVision</a:t>
            </a:r>
            <a:r>
              <a:rPr lang="en-US">
                <a:ea typeface="+mn-lt"/>
                <a:cs typeface="+mn-lt"/>
              </a:rPr>
              <a:t> mobile app (Kotlin) with real-time blur, exposure, and glare detection for research-grade image collection.</a:t>
            </a:r>
            <a:endParaRPr lang="en-US">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DE7256F6-753C-9653-134E-DB4C953873B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D0EB1C18-FB10-BC51-C16D-4FC12989F20F}"/>
              </a:ext>
            </a:extLst>
          </p:cNvPr>
          <p:cNvSpPr/>
          <p:nvPr/>
        </p:nvSpPr>
        <p:spPr>
          <a:xfrm>
            <a:off x="548285" y="2938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2C686AA9-D82A-C797-2E38-5F0F1426981E}"/>
              </a:ext>
            </a:extLst>
          </p:cNvPr>
          <p:cNvSpPr/>
          <p:nvPr/>
        </p:nvSpPr>
        <p:spPr>
          <a:xfrm>
            <a:off x="751722" y="3160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82B2429A-7CF4-B5A3-75B7-49DD879DF774}"/>
              </a:ext>
            </a:extLst>
          </p:cNvPr>
          <p:cNvSpPr/>
          <p:nvPr/>
        </p:nvSpPr>
        <p:spPr>
          <a:xfrm>
            <a:off x="751722" y="3279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9F92BB31-197D-D76A-52E4-15119F0D2D33}"/>
              </a:ext>
            </a:extLst>
          </p:cNvPr>
          <p:cNvSpPr/>
          <p:nvPr/>
        </p:nvSpPr>
        <p:spPr>
          <a:xfrm>
            <a:off x="1539239" y="3284532"/>
            <a:ext cx="9999563" cy="736477"/>
          </a:xfrm>
          <a:prstGeom prst="rect">
            <a:avLst/>
          </a:prstGeom>
          <a:noFill/>
          <a:ln/>
        </p:spPr>
        <p:txBody>
          <a:bodyPr wrap="square" lIns="91440" tIns="45720" rIns="91440" bIns="45720" rtlCol="0" anchor="ctr"/>
          <a:lstStyle/>
          <a:p>
            <a:r>
              <a:rPr lang="en-US" sz="2000" b="1">
                <a:ea typeface="+mn-lt"/>
                <a:cs typeface="+mn-lt"/>
              </a:rPr>
              <a:t>Multi-Class Quality Classification</a:t>
            </a:r>
            <a:endParaRPr lang="en-US" b="1">
              <a:ea typeface="Calibri" panose="020F0502020204030204"/>
              <a:cs typeface="Calibri" panose="020F0502020204030204"/>
            </a:endParaRPr>
          </a:p>
          <a:p>
            <a:r>
              <a:rPr lang="en-US">
                <a:ea typeface="+mn-lt"/>
                <a:cs typeface="+mn-lt"/>
              </a:rPr>
              <a:t>25 hand-crafted features (color, shape, texture) classified using AdaBoost — 96.36% accuracy with session-based splitting.</a:t>
            </a:r>
            <a:endParaRPr lang="en-US"/>
          </a:p>
          <a:p>
            <a:endParaRPr lang="en-US">
              <a:ea typeface="Calibri"/>
              <a:cs typeface="Calibri"/>
            </a:endParaRPr>
          </a:p>
        </p:txBody>
      </p:sp>
      <p:sp>
        <p:nvSpPr>
          <p:cNvPr id="31" name="Shape 5">
            <a:extLst>
              <a:ext uri="{FF2B5EF4-FFF2-40B4-BE49-F238E27FC236}">
                <a16:creationId xmlns:a16="http://schemas.microsoft.com/office/drawing/2014/main" id="{F551B46B-F5E9-DFBD-A986-40F3F51A1324}"/>
              </a:ext>
            </a:extLst>
          </p:cNvPr>
          <p:cNvSpPr/>
          <p:nvPr/>
        </p:nvSpPr>
        <p:spPr>
          <a:xfrm>
            <a:off x="574866" y="4417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18E4B21B-F435-F530-B2D1-3CA619D5B6B2}"/>
              </a:ext>
            </a:extLst>
          </p:cNvPr>
          <p:cNvSpPr/>
          <p:nvPr/>
        </p:nvSpPr>
        <p:spPr>
          <a:xfrm>
            <a:off x="778302" y="4640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58BBA060-94ED-2541-CA09-74341876272D}"/>
              </a:ext>
            </a:extLst>
          </p:cNvPr>
          <p:cNvSpPr/>
          <p:nvPr/>
        </p:nvSpPr>
        <p:spPr>
          <a:xfrm>
            <a:off x="778302" y="4759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grpSp>
        <p:nvGrpSpPr>
          <p:cNvPr id="44" name="Group 43">
            <a:extLst>
              <a:ext uri="{FF2B5EF4-FFF2-40B4-BE49-F238E27FC236}">
                <a16:creationId xmlns:a16="http://schemas.microsoft.com/office/drawing/2014/main" id="{D23E00C0-ED2D-0EE5-C604-0F3A8F3DDC38}"/>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C7E3F324-C0F2-1E40-0956-6AEF3066389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0584484-E355-66C7-148D-6CD4B170FE2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64F06076-2547-1666-9230-B2343C053C1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10</a:t>
              </a:r>
            </a:p>
          </p:txBody>
        </p:sp>
        <p:pic>
          <p:nvPicPr>
            <p:cNvPr id="42" name="Picture 41">
              <a:extLst>
                <a:ext uri="{FF2B5EF4-FFF2-40B4-BE49-F238E27FC236}">
                  <a16:creationId xmlns:a16="http://schemas.microsoft.com/office/drawing/2014/main" id="{22E32E6F-4CCC-F878-ADD6-47A67C138B03}"/>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4713AD63-05E5-A814-4332-503A3AB27748}"/>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Abeysekara|  IT22154576| 25-26J-133</a:t>
              </a:r>
              <a:endParaRPr lang="en-US">
                <a:solidFill>
                  <a:srgbClr val="000000"/>
                </a:solidFill>
                <a:ea typeface="Calibri"/>
                <a:cs typeface="Calibri"/>
              </a:endParaRPr>
            </a:p>
            <a:p>
              <a:endParaRPr lang="en-US" b="1">
                <a:solidFill>
                  <a:srgbClr val="080658"/>
                </a:solidFill>
                <a:ea typeface="Calibri"/>
                <a:cs typeface="Calibri"/>
              </a:endParaRPr>
            </a:p>
          </p:txBody>
        </p:sp>
      </p:grpSp>
      <p:sp>
        <p:nvSpPr>
          <p:cNvPr id="4" name="TextBox 3">
            <a:extLst>
              <a:ext uri="{FF2B5EF4-FFF2-40B4-BE49-F238E27FC236}">
                <a16:creationId xmlns:a16="http://schemas.microsoft.com/office/drawing/2014/main" id="{B5D633C6-4DA9-92F5-0AAB-60265F537DEA}"/>
              </a:ext>
            </a:extLst>
          </p:cNvPr>
          <p:cNvSpPr txBox="1"/>
          <p:nvPr/>
        </p:nvSpPr>
        <p:spPr>
          <a:xfrm>
            <a:off x="1732768" y="4639850"/>
            <a:ext cx="96032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Monthly Yield Forecasting</a:t>
            </a:r>
            <a:endParaRPr lang="en-US">
              <a:ea typeface="Calibri"/>
              <a:cs typeface="Calibri"/>
            </a:endParaRPr>
          </a:p>
          <a:p>
            <a:r>
              <a:rPr lang="en-US"/>
              <a:t>Hybrid retrieval (Sentence-BERT + BM25) over TRI documents using FAISS — MRR: 1.0, Recall@5: 100%.</a:t>
            </a:r>
            <a:endParaRPr lang="en-US">
              <a:ea typeface="Calibri"/>
              <a:cs typeface="Calibri"/>
            </a:endParaRPr>
          </a:p>
          <a:p>
            <a:pPr algn="ctr"/>
            <a:endParaRPr lang="en-US"/>
          </a:p>
        </p:txBody>
      </p:sp>
    </p:spTree>
    <p:extLst>
      <p:ext uri="{BB962C8B-B14F-4D97-AF65-F5344CB8AC3E}">
        <p14:creationId xmlns:p14="http://schemas.microsoft.com/office/powerpoint/2010/main" val="220612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6400-B8F9-6E7A-B480-57CE2F4D4C5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F360CAD-CD8F-8B19-4650-6B89C4B6159D}"/>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5B3EF951-356E-BCA4-ED9B-15F51F586E8F}"/>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43A24991-D8AC-24BE-53A1-D5ED307D8267}"/>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FC20FDC4-A0C0-A85E-CFA0-F18FED8FF728}"/>
              </a:ext>
            </a:extLst>
          </p:cNvPr>
          <p:cNvSpPr/>
          <p:nvPr/>
        </p:nvSpPr>
        <p:spPr>
          <a:xfrm>
            <a:off x="547372" y="815809"/>
            <a:ext cx="10789920" cy="640080"/>
          </a:xfrm>
          <a:prstGeom prst="rect">
            <a:avLst/>
          </a:prstGeom>
          <a:noFill/>
          <a:ln/>
        </p:spPr>
        <p:txBody>
          <a:bodyPr wrap="square" lIns="91440" tIns="45720" rIns="91440" bIns="45720" rtlCol="0" anchor="ctr"/>
          <a:lstStyle/>
          <a:p>
            <a:r>
              <a:rPr lang="en-US" sz="3400" b="1">
                <a:solidFill>
                  <a:schemeClr val="bg1"/>
                </a:solidFill>
                <a:ea typeface="+mn-lt"/>
                <a:cs typeface="+mn-lt"/>
              </a:rPr>
              <a:t>Future Enhancement Methods</a:t>
            </a:r>
            <a:endParaRPr lang="en-US" b="1">
              <a:solidFill>
                <a:schemeClr val="bg1"/>
              </a:solidFill>
              <a:ea typeface="+mn-lt"/>
              <a:cs typeface="+mn-lt"/>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C5E9FD1E-38E1-ED02-9693-940192501FFC}"/>
              </a:ext>
            </a:extLst>
          </p:cNvPr>
          <p:cNvSpPr/>
          <p:nvPr/>
        </p:nvSpPr>
        <p:spPr>
          <a:xfrm>
            <a:off x="404746" y="1314299"/>
            <a:ext cx="11087630" cy="4635460"/>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896DDCF9-B28E-7845-2606-E801161F94E0}"/>
              </a:ext>
            </a:extLst>
          </p:cNvPr>
          <p:cNvSpPr/>
          <p:nvPr/>
        </p:nvSpPr>
        <p:spPr>
          <a:xfrm>
            <a:off x="943210" y="3343954"/>
            <a:ext cx="9716029" cy="718757"/>
          </a:xfrm>
          <a:prstGeom prst="rect">
            <a:avLst/>
          </a:prstGeom>
          <a:noFill/>
          <a:ln/>
        </p:spPr>
        <p:txBody>
          <a:bodyPr wrap="square" lIns="91440" tIns="45720" rIns="91440" bIns="45720" rtlCol="0" anchor="ctr"/>
          <a:lstStyle/>
          <a:p>
            <a:r>
              <a:rPr lang="en-US" sz="2000" b="1">
                <a:ea typeface="+mn-lt"/>
                <a:cs typeface="+mn-lt"/>
              </a:rPr>
              <a:t>1.Improved Detection Accuracy</a:t>
            </a:r>
            <a:r>
              <a:rPr lang="en-US" sz="2000">
                <a:ea typeface="+mn-lt"/>
                <a:cs typeface="+mn-lt"/>
              </a:rPr>
              <a:t>: Expand dataset (800-1000 images) and refine YOLO training to improve mAP50 beyond 56.9%</a:t>
            </a:r>
          </a:p>
          <a:p>
            <a:endParaRPr lang="en-US" sz="2000">
              <a:ea typeface="Calibri"/>
              <a:cs typeface="Calibri"/>
            </a:endParaRPr>
          </a:p>
          <a:p>
            <a:r>
              <a:rPr lang="en-US" sz="2000" b="1"/>
              <a:t>2. </a:t>
            </a:r>
            <a:r>
              <a:rPr lang="en-US" sz="2000" b="1">
                <a:ea typeface="+mn-lt"/>
                <a:cs typeface="+mn-lt"/>
              </a:rPr>
              <a:t>Mobile Deployment</a:t>
            </a:r>
            <a:r>
              <a:rPr lang="en-US" sz="2000">
                <a:ea typeface="+mn-lt"/>
                <a:cs typeface="+mn-lt"/>
              </a:rPr>
              <a:t>: Export model to </a:t>
            </a:r>
            <a:r>
              <a:rPr lang="en-US" sz="2000" err="1">
                <a:ea typeface="+mn-lt"/>
                <a:cs typeface="+mn-lt"/>
              </a:rPr>
              <a:t>TFLite</a:t>
            </a:r>
            <a:r>
              <a:rPr lang="en-US" sz="2000">
                <a:ea typeface="+mn-lt"/>
                <a:cs typeface="+mn-lt"/>
              </a:rPr>
              <a:t> for real-time on-device inference without internet.</a:t>
            </a:r>
          </a:p>
          <a:p>
            <a:endParaRPr lang="en-US" sz="2000" b="1">
              <a:ea typeface="Calibri"/>
              <a:cs typeface="Calibri"/>
            </a:endParaRPr>
          </a:p>
          <a:p>
            <a:r>
              <a:rPr lang="en-US" sz="2000" b="1"/>
              <a:t>3.</a:t>
            </a:r>
            <a:r>
              <a:rPr lang="en-US" sz="2000" b="1">
                <a:ea typeface="+mn-lt"/>
                <a:cs typeface="+mn-lt"/>
              </a:rPr>
              <a:t> Rigorous RAG Evaluation</a:t>
            </a:r>
            <a:r>
              <a:rPr lang="en-US" sz="2000">
                <a:ea typeface="+mn-lt"/>
                <a:cs typeface="+mn-lt"/>
              </a:rPr>
              <a:t>: Create larger test set (50+ queries) with hard negatives for robust validation.</a:t>
            </a:r>
          </a:p>
          <a:p>
            <a:endParaRPr lang="en-US" sz="2000">
              <a:ea typeface="+mn-lt"/>
              <a:cs typeface="+mn-lt"/>
            </a:endParaRPr>
          </a:p>
          <a:p>
            <a:r>
              <a:rPr lang="en-US" sz="2000">
                <a:ea typeface="+mn-lt"/>
                <a:cs typeface="+mn-lt"/>
              </a:rPr>
              <a:t>4.</a:t>
            </a:r>
            <a:r>
              <a:rPr lang="en-US" sz="2000" b="1">
                <a:ea typeface="+mn-lt"/>
                <a:cs typeface="+mn-lt"/>
              </a:rPr>
              <a:t>Unified System Integration:</a:t>
            </a:r>
            <a:r>
              <a:rPr lang="en-US" sz="2000">
                <a:ea typeface="+mn-lt"/>
                <a:cs typeface="+mn-lt"/>
              </a:rPr>
              <a:t> Integrate capture, classification, and advisory modules into single end-to-end mobile application..</a:t>
            </a:r>
          </a:p>
        </p:txBody>
      </p:sp>
      <p:sp>
        <p:nvSpPr>
          <p:cNvPr id="23" name="Shape 20">
            <a:extLst>
              <a:ext uri="{FF2B5EF4-FFF2-40B4-BE49-F238E27FC236}">
                <a16:creationId xmlns:a16="http://schemas.microsoft.com/office/drawing/2014/main" id="{98713BDF-016E-7D6B-798A-562944CC9134}"/>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F2D6115E-AC15-81DF-C968-CF656FE2335C}"/>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7224F248-EC65-188C-18D6-6256BF98E0B3}"/>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95A4F2C-F778-8DD2-3F5B-9B0098E4F1F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158DAF01-5058-B116-7A43-500820CB666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11</a:t>
              </a:r>
            </a:p>
          </p:txBody>
        </p:sp>
        <p:pic>
          <p:nvPicPr>
            <p:cNvPr id="42" name="Picture 41">
              <a:extLst>
                <a:ext uri="{FF2B5EF4-FFF2-40B4-BE49-F238E27FC236}">
                  <a16:creationId xmlns:a16="http://schemas.microsoft.com/office/drawing/2014/main" id="{CABB5019-C129-A255-0242-6497AD2B57B8}"/>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191F58FE-3E88-C2AD-98B7-0FE354107E4C}"/>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Abeysekara|  IT22154576| 25-26J-133</a:t>
              </a:r>
              <a:endParaRPr lang="en-US">
                <a:solidFill>
                  <a:srgbClr val="000000"/>
                </a:solidFill>
                <a:ea typeface="Calibri"/>
                <a:cs typeface="Calibri"/>
              </a:endParaRPr>
            </a:p>
            <a:p>
              <a:endParaRPr lang="en-US" b="1">
                <a:solidFill>
                  <a:srgbClr val="080658"/>
                </a:solidFill>
                <a:ea typeface="Calibri"/>
                <a:cs typeface="Calibri"/>
              </a:endParaRPr>
            </a:p>
          </p:txBody>
        </p:sp>
      </p:grpSp>
    </p:spTree>
    <p:extLst>
      <p:ext uri="{BB962C8B-B14F-4D97-AF65-F5344CB8AC3E}">
        <p14:creationId xmlns:p14="http://schemas.microsoft.com/office/powerpoint/2010/main" val="3351688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7786-3D2B-AAB9-11E8-8B5735E1B58C}"/>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5E97DE82-7C67-109B-743A-D4A5EF852E84}"/>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8E333DD0-281E-1B6D-4A99-FAF81E227B95}"/>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4E6EE268-1486-980D-09C1-0F562BD56E36}"/>
              </a:ext>
            </a:extLst>
          </p:cNvPr>
          <p:cNvSpPr/>
          <p:nvPr/>
        </p:nvSpPr>
        <p:spPr>
          <a:xfrm>
            <a:off x="832544" y="4097032"/>
            <a:ext cx="10545775" cy="731520"/>
          </a:xfrm>
          <a:prstGeom prst="rect">
            <a:avLst/>
          </a:prstGeom>
          <a:noFill/>
          <a:ln/>
        </p:spPr>
        <p:txBody>
          <a:bodyPr wrap="square" lIns="91440" tIns="45720" rIns="91440" bIns="45720" rtlCol="0" anchor="ctr"/>
          <a:lstStyle/>
          <a:p>
            <a:r>
              <a:rPr lang="en-US" sz="4000" b="1">
                <a:solidFill>
                  <a:srgbClr val="F6F7F5"/>
                </a:solidFill>
                <a:latin typeface="Tw Cen MT"/>
                <a:ea typeface="Calibri"/>
                <a:cs typeface="Calibri"/>
              </a:rPr>
              <a:t>PREDICTIVE ANALYTICS FOR TEA CROP YIELD MANAGEMENT</a:t>
            </a:r>
            <a:endParaRPr lang="en-US">
              <a:ea typeface="Calibri"/>
              <a:cs typeface="Calibri"/>
            </a:endParaRPr>
          </a:p>
          <a:p>
            <a:r>
              <a:rPr lang="en-US" sz="2400" b="1">
                <a:solidFill>
                  <a:srgbClr val="F6F7F5"/>
                </a:solidFill>
                <a:latin typeface="Tw Cen MT"/>
                <a:ea typeface="Calibri"/>
                <a:cs typeface="Calibri"/>
              </a:rPr>
              <a:t>WADUTHANTHRI W.T.H.D - IT22222268</a:t>
            </a:r>
          </a:p>
        </p:txBody>
      </p:sp>
      <p:sp>
        <p:nvSpPr>
          <p:cNvPr id="18" name="Shape 15">
            <a:extLst>
              <a:ext uri="{FF2B5EF4-FFF2-40B4-BE49-F238E27FC236}">
                <a16:creationId xmlns:a16="http://schemas.microsoft.com/office/drawing/2014/main" id="{F56A1C76-22F7-2BCC-EB5F-B5DDFDB368B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0F8B0644-82CE-9F53-AEA7-ACC7A4DD2E13}"/>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9A708934-1858-6F4A-44D8-1D38E9A1B4A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34D20A32-80CB-206B-D90D-8C4DC578D444}"/>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sp>
        <p:nvSpPr>
          <p:cNvPr id="41" name="Rectangle 40">
            <a:extLst>
              <a:ext uri="{FF2B5EF4-FFF2-40B4-BE49-F238E27FC236}">
                <a16:creationId xmlns:a16="http://schemas.microsoft.com/office/drawing/2014/main" id="{4D4EB2C3-AFA8-8878-9E32-894E9FF906B9}"/>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23">
            <a:extLst>
              <a:ext uri="{FF2B5EF4-FFF2-40B4-BE49-F238E27FC236}">
                <a16:creationId xmlns:a16="http://schemas.microsoft.com/office/drawing/2014/main" id="{7380FF05-ECAE-1C8D-3108-AC270971E64C}"/>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12</a:t>
            </a:r>
          </a:p>
        </p:txBody>
      </p:sp>
      <p:pic>
        <p:nvPicPr>
          <p:cNvPr id="45" name="Picture 44">
            <a:extLst>
              <a:ext uri="{FF2B5EF4-FFF2-40B4-BE49-F238E27FC236}">
                <a16:creationId xmlns:a16="http://schemas.microsoft.com/office/drawing/2014/main" id="{12B73376-ABB4-43F9-A91A-5640D85AB61F}"/>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7" name="TextBox 46">
            <a:extLst>
              <a:ext uri="{FF2B5EF4-FFF2-40B4-BE49-F238E27FC236}">
                <a16:creationId xmlns:a16="http://schemas.microsoft.com/office/drawing/2014/main" id="{0362744C-0A55-1736-763A-FF78A40E4F81}"/>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pic>
        <p:nvPicPr>
          <p:cNvPr id="4" name="Picture 3" descr="A person in a suit and tie&#10;&#10;AI-generated content may be incorrect.">
            <a:extLst>
              <a:ext uri="{FF2B5EF4-FFF2-40B4-BE49-F238E27FC236}">
                <a16:creationId xmlns:a16="http://schemas.microsoft.com/office/drawing/2014/main" id="{5F316AE0-3595-D93B-0210-634ACC949579}"/>
              </a:ext>
            </a:extLst>
          </p:cNvPr>
          <p:cNvPicPr>
            <a:picLocks noChangeAspect="1"/>
          </p:cNvPicPr>
          <p:nvPr/>
        </p:nvPicPr>
        <p:blipFill>
          <a:blip r:embed="rId5"/>
          <a:stretch>
            <a:fillRect/>
          </a:stretch>
        </p:blipFill>
        <p:spPr>
          <a:xfrm>
            <a:off x="9851512" y="655698"/>
            <a:ext cx="1935137" cy="2534431"/>
          </a:xfrm>
          <a:prstGeom prst="rect">
            <a:avLst/>
          </a:prstGeom>
        </p:spPr>
      </p:pic>
    </p:spTree>
    <p:extLst>
      <p:ext uri="{BB962C8B-B14F-4D97-AF65-F5344CB8AC3E}">
        <p14:creationId xmlns:p14="http://schemas.microsoft.com/office/powerpoint/2010/main" val="494855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73901FAC-4DA2-6974-AB86-0DE0D5B3E6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4E87FF-8072-D1A2-238B-E8C4AC6B0BBD}"/>
              </a:ext>
            </a:extLst>
          </p:cNvPr>
          <p:cNvSpPr/>
          <p:nvPr/>
        </p:nvSpPr>
        <p:spPr>
          <a:xfrm>
            <a:off x="5008213" y="710534"/>
            <a:ext cx="6633647" cy="5303520"/>
          </a:xfrm>
          <a:prstGeom prst="roundRect">
            <a:avLst/>
          </a:prstGeom>
          <a:solidFill>
            <a:srgbClr val="FFFFFF"/>
          </a:solidFill>
          <a:ln w="12700">
            <a:solidFill>
              <a:srgbClr val="E6ECE7"/>
            </a:solidFill>
            <a:prstDash val="solid"/>
          </a:ln>
          <a:effectLst>
            <a:outerShdw blurRad="63500" dist="25400" dir="2700000" algn="bl" rotWithShape="0">
              <a:srgbClr val="000000">
                <a:alpha val="12000"/>
              </a:srgbClr>
            </a:outerShdw>
          </a:effectLst>
        </p:spPr>
        <p:txBody>
          <a:bodyPr/>
          <a:lstStyle/>
          <a:p>
            <a:endParaRPr lang="en-US"/>
          </a:p>
        </p:txBody>
      </p:sp>
      <p:sp>
        <p:nvSpPr>
          <p:cNvPr id="12" name="Text 9">
            <a:extLst>
              <a:ext uri="{FF2B5EF4-FFF2-40B4-BE49-F238E27FC236}">
                <a16:creationId xmlns:a16="http://schemas.microsoft.com/office/drawing/2014/main" id="{552096BC-3B35-43D1-D66D-547776D905EF}"/>
              </a:ext>
            </a:extLst>
          </p:cNvPr>
          <p:cNvSpPr/>
          <p:nvPr/>
        </p:nvSpPr>
        <p:spPr>
          <a:xfrm>
            <a:off x="6210953" y="1116694"/>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800">
              <a:latin typeface="Roboto"/>
              <a:ea typeface="Roboto"/>
              <a:cs typeface="Roboto"/>
            </a:endParaRPr>
          </a:p>
          <a:p>
            <a:pPr marL="0" indent="0">
              <a:buNone/>
            </a:pPr>
            <a:endParaRPr lang="en-US" sz="3200" b="1">
              <a:latin typeface="Tw Cen MT"/>
              <a:ea typeface="Calibri"/>
              <a:cs typeface="Calibri"/>
            </a:endParaRPr>
          </a:p>
        </p:txBody>
      </p:sp>
      <p:sp>
        <p:nvSpPr>
          <p:cNvPr id="26" name="Shape 23">
            <a:extLst>
              <a:ext uri="{FF2B5EF4-FFF2-40B4-BE49-F238E27FC236}">
                <a16:creationId xmlns:a16="http://schemas.microsoft.com/office/drawing/2014/main" id="{E3DAF052-115F-4F36-1C9E-0203666D80D0}"/>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24">
            <a:extLst>
              <a:ext uri="{FF2B5EF4-FFF2-40B4-BE49-F238E27FC236}">
                <a16:creationId xmlns:a16="http://schemas.microsoft.com/office/drawing/2014/main" id="{72E498BA-8EC7-F9B5-28AC-A50DA42A7F47}"/>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8" name="Text 25">
            <a:extLst>
              <a:ext uri="{FF2B5EF4-FFF2-40B4-BE49-F238E27FC236}">
                <a16:creationId xmlns:a16="http://schemas.microsoft.com/office/drawing/2014/main" id="{F3C07765-FBB4-52E2-930B-6E884F4E58B6}"/>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6">
            <a:extLst>
              <a:ext uri="{FF2B5EF4-FFF2-40B4-BE49-F238E27FC236}">
                <a16:creationId xmlns:a16="http://schemas.microsoft.com/office/drawing/2014/main" id="{CC54EEE1-0DE1-4A96-4D06-F5B142DBBC2F}"/>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pic>
        <p:nvPicPr>
          <p:cNvPr id="11" name="Picture 10" descr="People working on a green field&#10;&#10;AI-generated content may be incorrect.">
            <a:extLst>
              <a:ext uri="{FF2B5EF4-FFF2-40B4-BE49-F238E27FC236}">
                <a16:creationId xmlns:a16="http://schemas.microsoft.com/office/drawing/2014/main" id="{DF94F96D-32D4-F7EC-9D82-DF3B8219E78B}"/>
              </a:ext>
            </a:extLst>
          </p:cNvPr>
          <p:cNvPicPr>
            <a:picLocks noChangeAspect="1"/>
          </p:cNvPicPr>
          <p:nvPr/>
        </p:nvPicPr>
        <p:blipFill>
          <a:blip r:embed="rId3"/>
          <a:srcRect l="152" t="-1674" r="39694" b="-1989"/>
          <a:stretch>
            <a:fillRect/>
          </a:stretch>
        </p:blipFill>
        <p:spPr>
          <a:xfrm>
            <a:off x="421520" y="712267"/>
            <a:ext cx="4264475" cy="56405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7" name="Rectangle 36">
            <a:extLst>
              <a:ext uri="{FF2B5EF4-FFF2-40B4-BE49-F238E27FC236}">
                <a16:creationId xmlns:a16="http://schemas.microsoft.com/office/drawing/2014/main" id="{44F55734-504D-E796-4947-FE5F6D835EC4}"/>
              </a:ext>
            </a:extLst>
          </p:cNvPr>
          <p:cNvSpPr/>
          <p:nvPr/>
        </p:nvSpPr>
        <p:spPr>
          <a:xfrm>
            <a:off x="16629" y="6368127"/>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23">
            <a:extLst>
              <a:ext uri="{FF2B5EF4-FFF2-40B4-BE49-F238E27FC236}">
                <a16:creationId xmlns:a16="http://schemas.microsoft.com/office/drawing/2014/main" id="{373ED0BA-DF47-3B83-EF9B-8DB509E9A471}"/>
              </a:ext>
            </a:extLst>
          </p:cNvPr>
          <p:cNvSpPr/>
          <p:nvPr/>
        </p:nvSpPr>
        <p:spPr>
          <a:xfrm>
            <a:off x="11372982" y="6443660"/>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13</a:t>
            </a:r>
          </a:p>
        </p:txBody>
      </p:sp>
      <p:pic>
        <p:nvPicPr>
          <p:cNvPr id="41" name="Picture 40">
            <a:extLst>
              <a:ext uri="{FF2B5EF4-FFF2-40B4-BE49-F238E27FC236}">
                <a16:creationId xmlns:a16="http://schemas.microsoft.com/office/drawing/2014/main" id="{9F694EBE-E98E-E175-683C-9203403F5FBA}"/>
              </a:ext>
            </a:extLst>
          </p:cNvPr>
          <p:cNvPicPr>
            <a:picLocks noChangeAspect="1"/>
          </p:cNvPicPr>
          <p:nvPr/>
        </p:nvPicPr>
        <p:blipFill>
          <a:blip r:embed="rId4"/>
          <a:stretch>
            <a:fillRect/>
          </a:stretch>
        </p:blipFill>
        <p:spPr>
          <a:xfrm>
            <a:off x="121405" y="6413371"/>
            <a:ext cx="2371725" cy="381000"/>
          </a:xfrm>
          <a:prstGeom prst="rect">
            <a:avLst/>
          </a:prstGeom>
        </p:spPr>
      </p:pic>
      <p:sp>
        <p:nvSpPr>
          <p:cNvPr id="43" name="TextBox 42">
            <a:extLst>
              <a:ext uri="{FF2B5EF4-FFF2-40B4-BE49-F238E27FC236}">
                <a16:creationId xmlns:a16="http://schemas.microsoft.com/office/drawing/2014/main" id="{1C8536D2-E2A9-7273-6D7B-93662ACD59C8}"/>
              </a:ext>
            </a:extLst>
          </p:cNvPr>
          <p:cNvSpPr txBox="1"/>
          <p:nvPr/>
        </p:nvSpPr>
        <p:spPr>
          <a:xfrm>
            <a:off x="5512554" y="6391939"/>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sp>
        <p:nvSpPr>
          <p:cNvPr id="3" name="TextBox 2">
            <a:extLst>
              <a:ext uri="{FF2B5EF4-FFF2-40B4-BE49-F238E27FC236}">
                <a16:creationId xmlns:a16="http://schemas.microsoft.com/office/drawing/2014/main" id="{FA98FD8C-48E2-EF56-C40A-A7581C846366}"/>
              </a:ext>
            </a:extLst>
          </p:cNvPr>
          <p:cNvSpPr txBox="1"/>
          <p:nvPr/>
        </p:nvSpPr>
        <p:spPr>
          <a:xfrm>
            <a:off x="5296524" y="2127024"/>
            <a:ext cx="6083509" cy="33137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1575"/>
              </a:lnSpc>
              <a:buFont typeface="Arial,Sans-Serif"/>
              <a:buChar char="•"/>
            </a:pPr>
            <a:r>
              <a:rPr lang="en-US" sz="2000" b="1">
                <a:solidFill>
                  <a:srgbClr val="082A20"/>
                </a:solidFill>
                <a:ea typeface="+mn-lt"/>
                <a:cs typeface="+mn-lt"/>
              </a:rPr>
              <a:t>Data Digitization Gap</a:t>
            </a:r>
            <a:r>
              <a:rPr lang="en-US" sz="2000" baseline="0">
                <a:solidFill>
                  <a:srgbClr val="082A20"/>
                </a:solidFill>
                <a:latin typeface="Calibri"/>
                <a:ea typeface="Arial"/>
                <a:cs typeface="Arial"/>
              </a:rPr>
              <a:t>: </a:t>
            </a:r>
            <a:r>
              <a:rPr lang="en-US">
                <a:solidFill>
                  <a:srgbClr val="082A20"/>
                </a:solidFill>
                <a:ea typeface="+mn-lt"/>
                <a:cs typeface="+mn-lt"/>
              </a:rPr>
              <a:t>Most </a:t>
            </a:r>
            <a:r>
              <a:rPr lang="en-US" baseline="0">
                <a:solidFill>
                  <a:srgbClr val="082A20"/>
                </a:solidFill>
                <a:ea typeface="+mn-lt"/>
                <a:cs typeface="+mn-lt"/>
              </a:rPr>
              <a:t>Sri Lankan tea </a:t>
            </a:r>
            <a:r>
              <a:rPr lang="en-US">
                <a:solidFill>
                  <a:srgbClr val="082A20"/>
                </a:solidFill>
                <a:ea typeface="+mn-lt"/>
                <a:cs typeface="+mn-lt"/>
              </a:rPr>
              <a:t>estates still record yield data manually in log books, making information storage prone </a:t>
            </a:r>
            <a:r>
              <a:rPr lang="en-US" baseline="0">
                <a:solidFill>
                  <a:srgbClr val="082A20"/>
                </a:solidFill>
                <a:ea typeface="+mn-lt"/>
                <a:cs typeface="+mn-lt"/>
              </a:rPr>
              <a:t>to physical </a:t>
            </a:r>
            <a:r>
              <a:rPr lang="en-US">
                <a:solidFill>
                  <a:srgbClr val="082A20"/>
                </a:solidFill>
                <a:ea typeface="+mn-lt"/>
                <a:cs typeface="+mn-lt"/>
              </a:rPr>
              <a:t>damage, loss, and inconsistency</a:t>
            </a:r>
            <a:r>
              <a:rPr lang="en-US" baseline="0">
                <a:solidFill>
                  <a:srgbClr val="082A20"/>
                </a:solidFill>
                <a:ea typeface="+mn-lt"/>
                <a:cs typeface="+mn-lt"/>
              </a:rPr>
              <a:t>.</a:t>
            </a:r>
            <a:endParaRPr lang="en-US">
              <a:ea typeface="+mn-lt"/>
              <a:cs typeface="+mn-lt"/>
            </a:endParaRPr>
          </a:p>
          <a:p>
            <a:pPr marL="285750" lvl="0" indent="-285750" rtl="0">
              <a:buFont typeface="Arial,Sans-Serif"/>
              <a:buChar char="•"/>
            </a:pPr>
            <a:endParaRPr lang="en-US">
              <a:solidFill>
                <a:srgbClr val="082A20"/>
              </a:solidFill>
              <a:latin typeface="Arial"/>
              <a:ea typeface="Arial"/>
              <a:cs typeface="Arial"/>
            </a:endParaRPr>
          </a:p>
          <a:p>
            <a:pPr marL="285750" indent="-285750">
              <a:lnSpc>
                <a:spcPts val="1575"/>
              </a:lnSpc>
              <a:buFont typeface="Arial,Sans-Serif"/>
              <a:buChar char="•"/>
            </a:pPr>
            <a:r>
              <a:rPr lang="en-US" sz="2000" b="1">
                <a:solidFill>
                  <a:srgbClr val="082A20"/>
                </a:solidFill>
                <a:ea typeface="+mn-lt"/>
                <a:cs typeface="+mn-lt"/>
              </a:rPr>
              <a:t>Lack of Standard Framework</a:t>
            </a:r>
            <a:r>
              <a:rPr lang="en-US" sz="2000" baseline="0">
                <a:solidFill>
                  <a:srgbClr val="082A20"/>
                </a:solidFill>
                <a:latin typeface="Calibri"/>
                <a:ea typeface="Arial"/>
                <a:cs typeface="Arial"/>
              </a:rPr>
              <a:t>: </a:t>
            </a:r>
            <a:r>
              <a:rPr lang="en-US">
                <a:solidFill>
                  <a:srgbClr val="082A20"/>
                </a:solidFill>
                <a:ea typeface="+mn-lt"/>
                <a:cs typeface="+mn-lt"/>
              </a:rPr>
              <a:t>There is no established system </a:t>
            </a:r>
            <a:r>
              <a:rPr lang="en-US" baseline="0">
                <a:solidFill>
                  <a:srgbClr val="082A20"/>
                </a:solidFill>
                <a:ea typeface="+mn-lt"/>
                <a:cs typeface="+mn-lt"/>
              </a:rPr>
              <a:t>or </a:t>
            </a:r>
            <a:r>
              <a:rPr lang="en-US">
                <a:solidFill>
                  <a:srgbClr val="082A20"/>
                </a:solidFill>
                <a:ea typeface="+mn-lt"/>
                <a:cs typeface="+mn-lt"/>
              </a:rPr>
              <a:t>framework for scanning, processing</a:t>
            </a:r>
            <a:r>
              <a:rPr lang="en-US" baseline="0">
                <a:solidFill>
                  <a:srgbClr val="082A20"/>
                </a:solidFill>
                <a:ea typeface="+mn-lt"/>
                <a:cs typeface="+mn-lt"/>
              </a:rPr>
              <a:t>, and </a:t>
            </a:r>
            <a:r>
              <a:rPr lang="en-US">
                <a:solidFill>
                  <a:srgbClr val="082A20"/>
                </a:solidFill>
                <a:ea typeface="+mn-lt"/>
                <a:cs typeface="+mn-lt"/>
              </a:rPr>
              <a:t>converting handwritten yield records into analyzable digital formats</a:t>
            </a:r>
            <a:r>
              <a:rPr lang="en-US" baseline="0">
                <a:solidFill>
                  <a:srgbClr val="082A20"/>
                </a:solidFill>
                <a:ea typeface="+mn-lt"/>
                <a:cs typeface="+mn-lt"/>
              </a:rPr>
              <a:t>.</a:t>
            </a:r>
            <a:endParaRPr lang="en-US">
              <a:solidFill>
                <a:srgbClr val="082A20"/>
              </a:solidFill>
              <a:ea typeface="+mn-lt"/>
              <a:cs typeface="+mn-lt"/>
            </a:endParaRPr>
          </a:p>
          <a:p>
            <a:pPr rtl="0">
              <a:lnSpc>
                <a:spcPts val="1575"/>
              </a:lnSpc>
            </a:pPr>
            <a:r>
              <a:rPr lang="en-US" sz="2000">
                <a:latin typeface="Calibri"/>
                <a:ea typeface="Segoe UI"/>
                <a:cs typeface="Segoe UI"/>
              </a:rPr>
              <a:t>​</a:t>
            </a:r>
          </a:p>
          <a:p>
            <a:pPr marL="285750" indent="-285750">
              <a:lnSpc>
                <a:spcPts val="1575"/>
              </a:lnSpc>
              <a:buFont typeface="Arial,Sans-Serif"/>
              <a:buChar char="•"/>
            </a:pPr>
            <a:r>
              <a:rPr lang="en-US" b="1">
                <a:solidFill>
                  <a:srgbClr val="082A20"/>
                </a:solidFill>
                <a:ea typeface="+mn-lt"/>
                <a:cs typeface="+mn-lt"/>
              </a:rPr>
              <a:t>Barrier to Predictive Analytics</a:t>
            </a:r>
            <a:r>
              <a:rPr lang="en-US">
                <a:solidFill>
                  <a:srgbClr val="082A20"/>
                </a:solidFill>
                <a:ea typeface="+mn-lt"/>
                <a:cs typeface="+mn-lt"/>
              </a:rPr>
              <a:t>: The absence of digitized and structured yield data restricts the development </a:t>
            </a:r>
            <a:r>
              <a:rPr lang="en-US" baseline="0">
                <a:solidFill>
                  <a:srgbClr val="082A20"/>
                </a:solidFill>
                <a:ea typeface="+mn-lt"/>
                <a:cs typeface="+mn-lt"/>
              </a:rPr>
              <a:t>of </a:t>
            </a:r>
            <a:r>
              <a:rPr lang="en-US">
                <a:solidFill>
                  <a:srgbClr val="082A20"/>
                </a:solidFill>
                <a:ea typeface="+mn-lt"/>
                <a:cs typeface="+mn-lt"/>
              </a:rPr>
              <a:t>reliable forecasting </a:t>
            </a:r>
            <a:r>
              <a:rPr lang="en-US" baseline="0">
                <a:solidFill>
                  <a:srgbClr val="082A20"/>
                </a:solidFill>
                <a:ea typeface="+mn-lt"/>
                <a:cs typeface="+mn-lt"/>
              </a:rPr>
              <a:t>models </a:t>
            </a:r>
            <a:r>
              <a:rPr lang="en-US">
                <a:solidFill>
                  <a:srgbClr val="082A20"/>
                </a:solidFill>
                <a:ea typeface="+mn-lt"/>
                <a:cs typeface="+mn-lt"/>
              </a:rPr>
              <a:t>and decision-support tools </a:t>
            </a:r>
            <a:r>
              <a:rPr lang="en-US" baseline="0">
                <a:solidFill>
                  <a:srgbClr val="082A20"/>
                </a:solidFill>
                <a:ea typeface="+mn-lt"/>
                <a:cs typeface="+mn-lt"/>
              </a:rPr>
              <a:t>for </a:t>
            </a:r>
            <a:r>
              <a:rPr lang="en-US">
                <a:solidFill>
                  <a:srgbClr val="082A20"/>
                </a:solidFill>
                <a:ea typeface="+mn-lt"/>
                <a:cs typeface="+mn-lt"/>
              </a:rPr>
              <a:t>the tea industry</a:t>
            </a:r>
            <a:r>
              <a:rPr lang="en-US" sz="3200" baseline="0">
                <a:solidFill>
                  <a:srgbClr val="082A20"/>
                </a:solidFill>
                <a:latin typeface="Calibri"/>
                <a:ea typeface="Arial"/>
                <a:cs typeface="Arial"/>
              </a:rPr>
              <a:t>.</a:t>
            </a:r>
            <a:r>
              <a:rPr lang="en-US" sz="3200">
                <a:latin typeface="Calibri"/>
                <a:ea typeface="Arial"/>
                <a:cs typeface="Arial"/>
              </a:rPr>
              <a:t>​</a:t>
            </a:r>
          </a:p>
          <a:p>
            <a:pPr rtl="0">
              <a:lnSpc>
                <a:spcPts val="1575"/>
              </a:lnSpc>
            </a:pPr>
            <a:r>
              <a:rPr lang="en-US" sz="3200">
                <a:latin typeface="Calibri"/>
                <a:ea typeface="Segoe UI"/>
                <a:cs typeface="Segoe UI"/>
              </a:rPr>
              <a:t>​</a:t>
            </a:r>
          </a:p>
          <a:p>
            <a:pPr algn="ctr"/>
            <a:endParaRPr lang="en-US"/>
          </a:p>
        </p:txBody>
      </p:sp>
    </p:spTree>
    <p:extLst>
      <p:ext uri="{BB962C8B-B14F-4D97-AF65-F5344CB8AC3E}">
        <p14:creationId xmlns:p14="http://schemas.microsoft.com/office/powerpoint/2010/main" val="3483905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01DC-6E60-2814-CDC0-B4A45A9D73B3}"/>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41A8F14-B615-20FC-55D1-28B78CAC341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A3FB3CDF-0CCF-26B1-B587-75C1B7FA2B50}"/>
              </a:ext>
            </a:extLst>
          </p:cNvPr>
          <p:cNvSpPr/>
          <p:nvPr/>
        </p:nvSpPr>
        <p:spPr>
          <a:xfrm>
            <a:off x="0" y="36249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9286194E-B06E-F1B4-9E20-514EC12870CE}"/>
              </a:ext>
            </a:extLst>
          </p:cNvPr>
          <p:cNvSpPr/>
          <p:nvPr/>
        </p:nvSpPr>
        <p:spPr>
          <a:xfrm>
            <a:off x="735517" y="1391638"/>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Solution: How It Addresses the Problems</a:t>
            </a:r>
            <a:endParaRPr lang="en-US" sz="3400">
              <a:solidFill>
                <a:srgbClr val="000000"/>
              </a:solidFill>
              <a:latin typeface="Calibri"/>
              <a:ea typeface="Calibri"/>
              <a:cs typeface="Calibri"/>
            </a:endParaRPr>
          </a:p>
          <a:p>
            <a:endParaRPr lang="en-US" sz="3400">
              <a:solidFill>
                <a:srgbClr val="000000"/>
              </a:solidFill>
              <a:latin typeface="Calibri"/>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A2451098-5D6F-8B92-2ED5-E5937CCA5964}"/>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C16E1719-6D48-CD02-EE0D-E211791488BA}"/>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30281F4F-8287-F238-37E8-7AE05B7CE846}"/>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C38BCD5A-B06D-D4C0-236B-359A105E56F5}"/>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44A5ABF2-2E1C-B7A0-DC7C-F141CB08390B}"/>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364FA4AA-B849-3233-3346-B38CA1148761}"/>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14</a:t>
            </a:r>
          </a:p>
        </p:txBody>
      </p:sp>
      <p:pic>
        <p:nvPicPr>
          <p:cNvPr id="38" name="Picture 37">
            <a:extLst>
              <a:ext uri="{FF2B5EF4-FFF2-40B4-BE49-F238E27FC236}">
                <a16:creationId xmlns:a16="http://schemas.microsoft.com/office/drawing/2014/main" id="{4CE26723-3E35-FC29-8780-392604EC3C0F}"/>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B9140E19-D53A-5A5D-76B0-12F830B70468}"/>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sp>
        <p:nvSpPr>
          <p:cNvPr id="28" name="Text 8">
            <a:extLst>
              <a:ext uri="{FF2B5EF4-FFF2-40B4-BE49-F238E27FC236}">
                <a16:creationId xmlns:a16="http://schemas.microsoft.com/office/drawing/2014/main" id="{8189A7D4-24DF-F7F7-15EE-632D64EF9D2A}"/>
              </a:ext>
            </a:extLst>
          </p:cNvPr>
          <p:cNvSpPr/>
          <p:nvPr/>
        </p:nvSpPr>
        <p:spPr>
          <a:xfrm>
            <a:off x="827213" y="2288594"/>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Tea yield book digitization Module-</a:t>
            </a:r>
            <a:r>
              <a:rPr lang="en-US" sz="2400">
                <a:solidFill>
                  <a:srgbClr val="FFFFFF"/>
                </a:solidFill>
                <a:ea typeface="+mn-lt"/>
                <a:cs typeface="+mn-lt"/>
              </a:rPr>
              <a:t>Manual estate yield log books are scanned and converted into structured digital datasets, reducing </a:t>
            </a:r>
            <a:r>
              <a:rPr lang="en-US" sz="2400">
                <a:solidFill>
                  <a:schemeClr val="bg1"/>
                </a:solidFill>
                <a:latin typeface="Calibri"/>
                <a:cs typeface="Segoe UI"/>
              </a:rPr>
              <a:t>data</a:t>
            </a:r>
            <a:r>
              <a:rPr lang="en-US" sz="2400">
                <a:solidFill>
                  <a:srgbClr val="FFFFFF"/>
                </a:solidFill>
                <a:ea typeface="+mn-lt"/>
                <a:cs typeface="+mn-lt"/>
              </a:rPr>
              <a:t> loss and enabling centralized analysis across years.</a:t>
            </a:r>
            <a:endParaRPr lang="en-US" sz="2400">
              <a:ea typeface="+mn-lt"/>
              <a:cs typeface="+mn-lt"/>
            </a:endParaRPr>
          </a:p>
        </p:txBody>
      </p:sp>
      <p:sp>
        <p:nvSpPr>
          <p:cNvPr id="30" name="Shape 6">
            <a:extLst>
              <a:ext uri="{FF2B5EF4-FFF2-40B4-BE49-F238E27FC236}">
                <a16:creationId xmlns:a16="http://schemas.microsoft.com/office/drawing/2014/main" id="{785A9DBF-11E9-162B-E739-6AA224E026BC}"/>
              </a:ext>
            </a:extLst>
          </p:cNvPr>
          <p:cNvSpPr/>
          <p:nvPr/>
        </p:nvSpPr>
        <p:spPr>
          <a:xfrm>
            <a:off x="432745" y="2464740"/>
            <a:ext cx="244195" cy="261916"/>
          </a:xfrm>
          <a:prstGeom prst="ellipse">
            <a:avLst/>
          </a:prstGeom>
          <a:solidFill>
            <a:srgbClr val="C8A13C"/>
          </a:solidFill>
          <a:ln w="12700">
            <a:solidFill>
              <a:srgbClr val="C8A13C"/>
            </a:solidFill>
            <a:prstDash val="solid"/>
          </a:ln>
        </p:spPr>
        <p:txBody>
          <a:bodyPr/>
          <a:lstStyle/>
          <a:p>
            <a:endParaRPr lang="en-US"/>
          </a:p>
        </p:txBody>
      </p:sp>
      <p:sp>
        <p:nvSpPr>
          <p:cNvPr id="32" name="Text 8">
            <a:extLst>
              <a:ext uri="{FF2B5EF4-FFF2-40B4-BE49-F238E27FC236}">
                <a16:creationId xmlns:a16="http://schemas.microsoft.com/office/drawing/2014/main" id="{0044DA9A-04E0-7C49-1BAF-02577164D78C}"/>
              </a:ext>
            </a:extLst>
          </p:cNvPr>
          <p:cNvSpPr/>
          <p:nvPr/>
        </p:nvSpPr>
        <p:spPr>
          <a:xfrm>
            <a:off x="827212" y="3502477"/>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Agronomic &amp; Cyclic </a:t>
            </a:r>
            <a:r>
              <a:rPr lang="en-US" sz="2400" b="1">
                <a:solidFill>
                  <a:schemeClr val="bg1"/>
                </a:solidFill>
                <a:latin typeface="Calibri"/>
                <a:cs typeface="Segoe UI"/>
              </a:rPr>
              <a:t>Yield</a:t>
            </a:r>
            <a:r>
              <a:rPr lang="en-US" b="1">
                <a:solidFill>
                  <a:schemeClr val="bg1"/>
                </a:solidFill>
                <a:ea typeface="+mn-lt"/>
                <a:cs typeface="+mn-lt"/>
              </a:rPr>
              <a:t> </a:t>
            </a:r>
            <a:r>
              <a:rPr lang="en-US" sz="2400" b="1">
                <a:solidFill>
                  <a:srgbClr val="FFFFFF"/>
                </a:solidFill>
                <a:ea typeface="+mn-lt"/>
                <a:cs typeface="+mn-lt"/>
              </a:rPr>
              <a:t>Forecasting- </a:t>
            </a:r>
            <a:r>
              <a:rPr lang="en-US" sz="2400">
                <a:solidFill>
                  <a:srgbClr val="FFFFFF"/>
                </a:solidFill>
                <a:ea typeface="+mn-lt"/>
                <a:cs typeface="+mn-lt"/>
              </a:rPr>
              <a:t>Introduces estate-level monthly and yearly yield prediction models using historical, agronomic, and crop cycle data.</a:t>
            </a:r>
            <a:endParaRPr lang="en-US" sz="2400">
              <a:ea typeface="+mn-lt"/>
              <a:cs typeface="+mn-lt"/>
            </a:endParaRPr>
          </a:p>
        </p:txBody>
      </p:sp>
      <p:sp>
        <p:nvSpPr>
          <p:cNvPr id="35" name="Shape 6">
            <a:extLst>
              <a:ext uri="{FF2B5EF4-FFF2-40B4-BE49-F238E27FC236}">
                <a16:creationId xmlns:a16="http://schemas.microsoft.com/office/drawing/2014/main" id="{DCFFC3D6-F343-4EBF-43C5-F6F2AC81B771}"/>
              </a:ext>
            </a:extLst>
          </p:cNvPr>
          <p:cNvSpPr/>
          <p:nvPr/>
        </p:nvSpPr>
        <p:spPr>
          <a:xfrm>
            <a:off x="432745" y="3457111"/>
            <a:ext cx="244195" cy="261916"/>
          </a:xfrm>
          <a:prstGeom prst="ellipse">
            <a:avLst/>
          </a:prstGeom>
          <a:solidFill>
            <a:srgbClr val="C8A13C"/>
          </a:solidFill>
          <a:ln w="12700">
            <a:solidFill>
              <a:srgbClr val="C8A13C"/>
            </a:solidFill>
            <a:prstDash val="solid"/>
          </a:ln>
        </p:spPr>
        <p:txBody>
          <a:bodyPr/>
          <a:lstStyle/>
          <a:p>
            <a:endParaRPr lang="en-US"/>
          </a:p>
        </p:txBody>
      </p:sp>
      <p:sp>
        <p:nvSpPr>
          <p:cNvPr id="39" name="Text 8">
            <a:extLst>
              <a:ext uri="{FF2B5EF4-FFF2-40B4-BE49-F238E27FC236}">
                <a16:creationId xmlns:a16="http://schemas.microsoft.com/office/drawing/2014/main" id="{71767140-640A-EFEC-8F43-61FC490C6B91}"/>
              </a:ext>
            </a:extLst>
          </p:cNvPr>
          <p:cNvSpPr/>
          <p:nvPr/>
        </p:nvSpPr>
        <p:spPr>
          <a:xfrm>
            <a:off x="839704" y="4506614"/>
            <a:ext cx="10930622" cy="604992"/>
          </a:xfrm>
          <a:prstGeom prst="rect">
            <a:avLst/>
          </a:prstGeom>
          <a:noFill/>
          <a:ln/>
        </p:spPr>
        <p:txBody>
          <a:bodyPr wrap="square" lIns="91440" tIns="45720" rIns="91440" bIns="45720" rtlCol="0" anchor="ctr"/>
          <a:lstStyle/>
          <a:p>
            <a:r>
              <a:rPr lang="en-US" sz="2400">
                <a:solidFill>
                  <a:srgbClr val="FFFFFF"/>
                </a:solidFill>
                <a:ea typeface="Calibri"/>
                <a:cs typeface="Calibri"/>
              </a:rPr>
              <a:t>Introduce potential yield estimation module for data-driven targets.</a:t>
            </a:r>
          </a:p>
        </p:txBody>
      </p:sp>
      <p:sp>
        <p:nvSpPr>
          <p:cNvPr id="42" name="Shape 6">
            <a:extLst>
              <a:ext uri="{FF2B5EF4-FFF2-40B4-BE49-F238E27FC236}">
                <a16:creationId xmlns:a16="http://schemas.microsoft.com/office/drawing/2014/main" id="{0CFC79B3-4D1D-4B8C-7D4E-AD256DEC36A6}"/>
              </a:ext>
            </a:extLst>
          </p:cNvPr>
          <p:cNvSpPr/>
          <p:nvPr/>
        </p:nvSpPr>
        <p:spPr>
          <a:xfrm>
            <a:off x="432744" y="4690052"/>
            <a:ext cx="244195" cy="261916"/>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2855883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EB8A7B89-F7A6-4A0A-50EF-770A02474D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007ADA-BF48-73C2-1448-7C8ABB0285B3}"/>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SYSTEM DIAGRAM</a:t>
            </a:r>
            <a:endParaRPr lang="en-US" sz="3400">
              <a:latin typeface="Calibri"/>
              <a:ea typeface="Calibri"/>
              <a:cs typeface="Calibri"/>
            </a:endParaRPr>
          </a:p>
        </p:txBody>
      </p:sp>
      <p:sp>
        <p:nvSpPr>
          <p:cNvPr id="26" name="Shape 24">
            <a:extLst>
              <a:ext uri="{FF2B5EF4-FFF2-40B4-BE49-F238E27FC236}">
                <a16:creationId xmlns:a16="http://schemas.microsoft.com/office/drawing/2014/main" id="{78E275D1-91BD-E920-1691-F27D159DC523}"/>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8" name="Text 26">
            <a:extLst>
              <a:ext uri="{FF2B5EF4-FFF2-40B4-BE49-F238E27FC236}">
                <a16:creationId xmlns:a16="http://schemas.microsoft.com/office/drawing/2014/main" id="{BD633BBD-4E76-7DD4-E5AC-EAC5E752D81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7">
            <a:extLst>
              <a:ext uri="{FF2B5EF4-FFF2-40B4-BE49-F238E27FC236}">
                <a16:creationId xmlns:a16="http://schemas.microsoft.com/office/drawing/2014/main" id="{72158430-FE97-5C67-A22A-541EE63E666B}"/>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6</a:t>
            </a:r>
            <a:endParaRPr lang="en-US" sz="1000"/>
          </a:p>
        </p:txBody>
      </p:sp>
      <p:sp>
        <p:nvSpPr>
          <p:cNvPr id="4" name="Rectangle 3">
            <a:extLst>
              <a:ext uri="{FF2B5EF4-FFF2-40B4-BE49-F238E27FC236}">
                <a16:creationId xmlns:a16="http://schemas.microsoft.com/office/drawing/2014/main" id="{4F110267-548D-B0E9-F950-9220BF31D99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23">
            <a:extLst>
              <a:ext uri="{FF2B5EF4-FFF2-40B4-BE49-F238E27FC236}">
                <a16:creationId xmlns:a16="http://schemas.microsoft.com/office/drawing/2014/main" id="{CD5BDB0C-8022-A863-87FA-7B6B04EA1AAD}"/>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15</a:t>
            </a:r>
          </a:p>
        </p:txBody>
      </p:sp>
      <p:pic>
        <p:nvPicPr>
          <p:cNvPr id="8" name="Picture 7">
            <a:extLst>
              <a:ext uri="{FF2B5EF4-FFF2-40B4-BE49-F238E27FC236}">
                <a16:creationId xmlns:a16="http://schemas.microsoft.com/office/drawing/2014/main" id="{9D37E786-EEEF-E9A1-67F2-1A06806C9399}"/>
              </a:ext>
            </a:extLst>
          </p:cNvPr>
          <p:cNvPicPr>
            <a:picLocks noChangeAspect="1"/>
          </p:cNvPicPr>
          <p:nvPr/>
        </p:nvPicPr>
        <p:blipFill>
          <a:blip r:embed="rId3"/>
          <a:stretch>
            <a:fillRect/>
          </a:stretch>
        </p:blipFill>
        <p:spPr>
          <a:xfrm>
            <a:off x="133897" y="6400879"/>
            <a:ext cx="2371725" cy="381000"/>
          </a:xfrm>
          <a:prstGeom prst="rect">
            <a:avLst/>
          </a:prstGeom>
        </p:spPr>
      </p:pic>
      <p:sp>
        <p:nvSpPr>
          <p:cNvPr id="10" name="TextBox 9">
            <a:extLst>
              <a:ext uri="{FF2B5EF4-FFF2-40B4-BE49-F238E27FC236}">
                <a16:creationId xmlns:a16="http://schemas.microsoft.com/office/drawing/2014/main" id="{A1D84147-5C30-C1E7-3611-CC35C9FF4EBA}"/>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pic>
        <p:nvPicPr>
          <p:cNvPr id="11" name="Picture 10" descr="A diagram of a data processing process&#10;&#10;AI-generated content may be incorrect.">
            <a:extLst>
              <a:ext uri="{FF2B5EF4-FFF2-40B4-BE49-F238E27FC236}">
                <a16:creationId xmlns:a16="http://schemas.microsoft.com/office/drawing/2014/main" id="{64811078-D60A-90F2-58F8-49835A8D4499}"/>
              </a:ext>
            </a:extLst>
          </p:cNvPr>
          <p:cNvPicPr>
            <a:picLocks noChangeAspect="1"/>
          </p:cNvPicPr>
          <p:nvPr/>
        </p:nvPicPr>
        <p:blipFill>
          <a:blip r:embed="rId4"/>
          <a:srcRect l="288" r="-29" b="12782"/>
          <a:stretch>
            <a:fillRect/>
          </a:stretch>
        </p:blipFill>
        <p:spPr>
          <a:xfrm>
            <a:off x="815593" y="1710215"/>
            <a:ext cx="10559773" cy="4025294"/>
          </a:xfrm>
          <a:prstGeom prst="rect">
            <a:avLst/>
          </a:prstGeom>
        </p:spPr>
      </p:pic>
    </p:spTree>
    <p:extLst>
      <p:ext uri="{BB962C8B-B14F-4D97-AF65-F5344CB8AC3E}">
        <p14:creationId xmlns:p14="http://schemas.microsoft.com/office/powerpoint/2010/main" val="31241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65B58450-D469-C37F-A9B8-DE43EE7D636D}"/>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2C6679CE-76CE-18AB-0CE6-2C5FAE2D9FC2}"/>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6" name="Shape 13">
            <a:extLst>
              <a:ext uri="{FF2B5EF4-FFF2-40B4-BE49-F238E27FC236}">
                <a16:creationId xmlns:a16="http://schemas.microsoft.com/office/drawing/2014/main" id="{1117209A-EE77-D552-CB2F-C61A7CBDE122}"/>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17" name="Text 14">
            <a:extLst>
              <a:ext uri="{FF2B5EF4-FFF2-40B4-BE49-F238E27FC236}">
                <a16:creationId xmlns:a16="http://schemas.microsoft.com/office/drawing/2014/main" id="{124FC82D-A5CB-628A-9C6D-EC8C574D43E7}"/>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8" name="Text 15">
            <a:extLst>
              <a:ext uri="{FF2B5EF4-FFF2-40B4-BE49-F238E27FC236}">
                <a16:creationId xmlns:a16="http://schemas.microsoft.com/office/drawing/2014/main" id="{9F53E1FB-AA8B-ABF0-13A6-D6EF975CBCFD}"/>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4</a:t>
            </a:r>
            <a:endParaRPr lang="en-US" sz="1000"/>
          </a:p>
        </p:txBody>
      </p:sp>
      <p:pic>
        <p:nvPicPr>
          <p:cNvPr id="19" name="Picture 18" descr="Close up of green leaves&#10;&#10;AI-generated content may be incorrect.">
            <a:extLst>
              <a:ext uri="{FF2B5EF4-FFF2-40B4-BE49-F238E27FC236}">
                <a16:creationId xmlns:a16="http://schemas.microsoft.com/office/drawing/2014/main" id="{C1B1A686-7650-E94D-0A0D-B69427F6488C}"/>
              </a:ext>
            </a:extLst>
          </p:cNvPr>
          <p:cNvPicPr>
            <a:picLocks noChangeAspect="1"/>
          </p:cNvPicPr>
          <p:nvPr/>
        </p:nvPicPr>
        <p:blipFill>
          <a:blip r:embed="rId3"/>
          <a:srcRect l="14757" t="11546" r="38754" b="12321"/>
          <a:stretch>
            <a:fillRect/>
          </a:stretch>
        </p:blipFill>
        <p:spPr>
          <a:xfrm>
            <a:off x="8820077" y="825623"/>
            <a:ext cx="3275309" cy="52352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1" name="Rectangle 20">
            <a:extLst>
              <a:ext uri="{FF2B5EF4-FFF2-40B4-BE49-F238E27FC236}">
                <a16:creationId xmlns:a16="http://schemas.microsoft.com/office/drawing/2014/main" id="{86403280-032C-8BA5-54AE-D8F03FE88E5B}"/>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23">
            <a:extLst>
              <a:ext uri="{FF2B5EF4-FFF2-40B4-BE49-F238E27FC236}">
                <a16:creationId xmlns:a16="http://schemas.microsoft.com/office/drawing/2014/main" id="{7DFC89AE-5220-6B5E-56C8-006F5256678E}"/>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16</a:t>
            </a:r>
          </a:p>
        </p:txBody>
      </p:sp>
      <p:pic>
        <p:nvPicPr>
          <p:cNvPr id="25" name="Picture 24">
            <a:extLst>
              <a:ext uri="{FF2B5EF4-FFF2-40B4-BE49-F238E27FC236}">
                <a16:creationId xmlns:a16="http://schemas.microsoft.com/office/drawing/2014/main" id="{2203D2BA-9BBD-829D-8C2B-03E5C56EF65C}"/>
              </a:ext>
            </a:extLst>
          </p:cNvPr>
          <p:cNvPicPr>
            <a:picLocks noChangeAspect="1"/>
          </p:cNvPicPr>
          <p:nvPr/>
        </p:nvPicPr>
        <p:blipFill>
          <a:blip r:embed="rId4"/>
          <a:stretch>
            <a:fillRect/>
          </a:stretch>
        </p:blipFill>
        <p:spPr>
          <a:xfrm>
            <a:off x="133897" y="6400879"/>
            <a:ext cx="2371725" cy="381000"/>
          </a:xfrm>
          <a:prstGeom prst="rect">
            <a:avLst/>
          </a:prstGeom>
        </p:spPr>
      </p:pic>
      <p:sp>
        <p:nvSpPr>
          <p:cNvPr id="27" name="TextBox 26">
            <a:extLst>
              <a:ext uri="{FF2B5EF4-FFF2-40B4-BE49-F238E27FC236}">
                <a16:creationId xmlns:a16="http://schemas.microsoft.com/office/drawing/2014/main" id="{08B66823-D1FE-1A14-6473-A072A5FAE74E}"/>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sp>
        <p:nvSpPr>
          <p:cNvPr id="20" name="Text 0">
            <a:extLst>
              <a:ext uri="{FF2B5EF4-FFF2-40B4-BE49-F238E27FC236}">
                <a16:creationId xmlns:a16="http://schemas.microsoft.com/office/drawing/2014/main" id="{6A8C3283-E226-29FA-EBD3-49153CBABD5A}"/>
              </a:ext>
            </a:extLst>
          </p:cNvPr>
          <p:cNvSpPr/>
          <p:nvPr/>
        </p:nvSpPr>
        <p:spPr>
          <a:xfrm>
            <a:off x="1114249" y="553662"/>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24" name="Text 3">
            <a:extLst>
              <a:ext uri="{FF2B5EF4-FFF2-40B4-BE49-F238E27FC236}">
                <a16:creationId xmlns:a16="http://schemas.microsoft.com/office/drawing/2014/main" id="{A2DB1EB4-8083-4F2D-128E-2A91AC778E0B}"/>
              </a:ext>
            </a:extLst>
          </p:cNvPr>
          <p:cNvSpPr/>
          <p:nvPr/>
        </p:nvSpPr>
        <p:spPr>
          <a:xfrm>
            <a:off x="375805" y="1808482"/>
            <a:ext cx="7976232" cy="1870710"/>
          </a:xfrm>
          <a:prstGeom prst="rect">
            <a:avLst/>
          </a:prstGeom>
          <a:noFill/>
          <a:ln/>
        </p:spPr>
        <p:txBody>
          <a:bodyPr wrap="square" lIns="91440" tIns="45720" rIns="91440" bIns="45720" rtlCol="0" anchor="ctr"/>
          <a:lstStyle/>
          <a:p>
            <a:r>
              <a:rPr lang="en-US" sz="2400" b="1"/>
              <a:t>Yield Log book Scanning</a:t>
            </a:r>
            <a:r>
              <a:rPr lang="en-US" sz="2400"/>
              <a:t> :</a:t>
            </a:r>
            <a:endParaRPr lang="en-US" sz="2400">
              <a:ea typeface="Calibri"/>
              <a:cs typeface="Calibri"/>
            </a:endParaRPr>
          </a:p>
          <a:p>
            <a:pPr marL="285750" indent="-285750">
              <a:buFont typeface="Arial"/>
              <a:buChar char="•"/>
            </a:pPr>
            <a:r>
              <a:rPr lang="en-US" b="1">
                <a:ea typeface="+mn-lt"/>
                <a:cs typeface="+mn-lt"/>
              </a:rPr>
              <a:t>Technologies:</a:t>
            </a:r>
            <a:r>
              <a:rPr lang="en-US">
                <a:ea typeface="+mn-lt"/>
                <a:cs typeface="+mn-lt"/>
              </a:rPr>
              <a:t> Python, OpenCV, </a:t>
            </a:r>
            <a:r>
              <a:rPr lang="en-US" err="1">
                <a:ea typeface="+mn-lt"/>
                <a:cs typeface="+mn-lt"/>
              </a:rPr>
              <a:t>PaddleOCR</a:t>
            </a:r>
            <a:r>
              <a:rPr lang="en-US">
                <a:ea typeface="+mn-lt"/>
                <a:cs typeface="+mn-lt"/>
              </a:rPr>
              <a:t>, </a:t>
            </a:r>
            <a:r>
              <a:rPr lang="en-US" err="1">
                <a:ea typeface="+mn-lt"/>
                <a:cs typeface="+mn-lt"/>
              </a:rPr>
              <a:t>OpenPyXL</a:t>
            </a:r>
            <a:endParaRPr lang="en-US" err="1">
              <a:ea typeface="Calibri"/>
              <a:cs typeface="Calibri"/>
            </a:endParaRPr>
          </a:p>
          <a:p>
            <a:pPr marL="285750" indent="-285750">
              <a:buFont typeface="Arial"/>
              <a:buChar char="•"/>
            </a:pPr>
            <a:r>
              <a:rPr lang="en-US" b="1">
                <a:ea typeface="+mn-lt"/>
                <a:cs typeface="+mn-lt"/>
              </a:rPr>
              <a:t>Image Processing:</a:t>
            </a:r>
            <a:r>
              <a:rPr lang="en-US">
                <a:ea typeface="+mn-lt"/>
                <a:cs typeface="+mn-lt"/>
              </a:rPr>
              <a:t> Document rectification, table detection, grid </a:t>
            </a:r>
            <a:r>
              <a:rPr lang="en-US" err="1">
                <a:ea typeface="+mn-lt"/>
                <a:cs typeface="+mn-lt"/>
              </a:rPr>
              <a:t>extraction,line</a:t>
            </a:r>
            <a:r>
              <a:rPr lang="en-US">
                <a:ea typeface="+mn-lt"/>
                <a:cs typeface="+mn-lt"/>
              </a:rPr>
              <a:t> removal</a:t>
            </a:r>
            <a:endParaRPr lang="en-US">
              <a:ea typeface="Calibri"/>
              <a:cs typeface="Calibri"/>
            </a:endParaRPr>
          </a:p>
          <a:p>
            <a:pPr marL="285750" indent="-285750">
              <a:buFont typeface="Arial"/>
              <a:buChar char="•"/>
            </a:pPr>
            <a:r>
              <a:rPr lang="en-US" b="1">
                <a:ea typeface="+mn-lt"/>
                <a:cs typeface="+mn-lt"/>
              </a:rPr>
              <a:t>Text Extraction:</a:t>
            </a:r>
            <a:r>
              <a:rPr lang="en-US">
                <a:ea typeface="+mn-lt"/>
                <a:cs typeface="+mn-lt"/>
              </a:rPr>
              <a:t> Deep learning–based OCR for handwritten and printed text</a:t>
            </a:r>
            <a:endParaRPr lang="en-US">
              <a:ea typeface="Calibri" panose="020F0502020204030204"/>
              <a:cs typeface="Calibri" panose="020F0502020204030204"/>
            </a:endParaRPr>
          </a:p>
          <a:p>
            <a:pPr marL="285750" indent="-285750">
              <a:buFont typeface="Arial"/>
              <a:buChar char="•"/>
            </a:pPr>
            <a:r>
              <a:rPr lang="en-US" b="1">
                <a:ea typeface="+mn-lt"/>
                <a:cs typeface="+mn-lt"/>
              </a:rPr>
              <a:t>Post-Processing:</a:t>
            </a:r>
            <a:r>
              <a:rPr lang="en-US">
                <a:ea typeface="+mn-lt"/>
                <a:cs typeface="+mn-lt"/>
              </a:rPr>
              <a:t> Cell mapping, column type detection, data cleaning and normalization</a:t>
            </a:r>
            <a:endParaRPr lang="en-US">
              <a:ea typeface="Calibri" panose="020F0502020204030204"/>
              <a:cs typeface="Calibri" panose="020F0502020204030204"/>
            </a:endParaRPr>
          </a:p>
          <a:p>
            <a:pPr marL="285750" indent="-285750">
              <a:buFont typeface="Arial"/>
              <a:buChar char="•"/>
            </a:pPr>
            <a:r>
              <a:rPr lang="en-US" b="1">
                <a:ea typeface="+mn-lt"/>
                <a:cs typeface="+mn-lt"/>
              </a:rPr>
              <a:t>Output Format:</a:t>
            </a:r>
            <a:r>
              <a:rPr lang="en-US">
                <a:ea typeface="+mn-lt"/>
                <a:cs typeface="+mn-lt"/>
              </a:rPr>
              <a:t> Structured Excel datasets for analysis</a:t>
            </a: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p:txBody>
      </p:sp>
      <p:sp>
        <p:nvSpPr>
          <p:cNvPr id="28" name="Text 3">
            <a:extLst>
              <a:ext uri="{FF2B5EF4-FFF2-40B4-BE49-F238E27FC236}">
                <a16:creationId xmlns:a16="http://schemas.microsoft.com/office/drawing/2014/main" id="{D578D833-E490-17DD-98E2-1751794D992A}"/>
              </a:ext>
            </a:extLst>
          </p:cNvPr>
          <p:cNvSpPr/>
          <p:nvPr/>
        </p:nvSpPr>
        <p:spPr>
          <a:xfrm>
            <a:off x="373452" y="4208253"/>
            <a:ext cx="8405440" cy="1870710"/>
          </a:xfrm>
          <a:prstGeom prst="rect">
            <a:avLst/>
          </a:prstGeom>
          <a:noFill/>
          <a:ln/>
        </p:spPr>
        <p:txBody>
          <a:bodyPr wrap="square" lIns="91440" tIns="45720" rIns="91440" bIns="45720" rtlCol="0" anchor="ctr"/>
          <a:lstStyle/>
          <a:p>
            <a:endParaRPr lang="en-US" sz="2400" b="1"/>
          </a:p>
          <a:p>
            <a:r>
              <a:rPr lang="en-US" sz="2400" b="1">
                <a:solidFill>
                  <a:srgbClr val="000000"/>
                </a:solidFill>
                <a:ea typeface="+mn-lt"/>
                <a:cs typeface="+mn-lt"/>
              </a:rPr>
              <a:t>Agronomic &amp; Cyclic Yield</a:t>
            </a:r>
            <a:r>
              <a:rPr lang="en-US" sz="2400" b="1"/>
              <a:t> Forecasting:</a:t>
            </a:r>
            <a:endParaRPr lang="en-US" sz="2400" b="1">
              <a:ea typeface="Calibri"/>
              <a:cs typeface="Calibri"/>
            </a:endParaRPr>
          </a:p>
          <a:p>
            <a:pPr marL="285750" indent="-285750">
              <a:buFont typeface="Arial"/>
              <a:buChar char="•"/>
            </a:pPr>
            <a:r>
              <a:rPr lang="en-US" b="1">
                <a:ea typeface="+mn-lt"/>
                <a:cs typeface="+mn-lt"/>
              </a:rPr>
              <a:t>Data Cleaning:</a:t>
            </a:r>
            <a:r>
              <a:rPr lang="en-US">
                <a:ea typeface="+mn-lt"/>
                <a:cs typeface="+mn-lt"/>
              </a:rPr>
              <a:t> Cleaning digitized yield data by handling missing values, correcting inconsistencies, and removing noise.</a:t>
            </a:r>
            <a:endParaRPr lang="en-US">
              <a:ea typeface="Calibri" panose="020F0502020204030204"/>
              <a:cs typeface="Calibri" panose="020F0502020204030204"/>
            </a:endParaRPr>
          </a:p>
          <a:p>
            <a:pPr marL="285750" indent="-285750">
              <a:buFont typeface="Arial"/>
              <a:buChar char="•"/>
            </a:pPr>
            <a:r>
              <a:rPr lang="en-US" b="1">
                <a:ea typeface="+mn-lt"/>
                <a:cs typeface="+mn-lt"/>
              </a:rPr>
              <a:t>Feature Engineering:</a:t>
            </a:r>
            <a:r>
              <a:rPr lang="en-US">
                <a:ea typeface="+mn-lt"/>
                <a:cs typeface="+mn-lt"/>
              </a:rPr>
              <a:t> Creation of rolling features and lag features to capture temporal, agronomic, and cyclic yield patterns.</a:t>
            </a:r>
          </a:p>
          <a:p>
            <a:pPr marL="285750" indent="-285750">
              <a:buFont typeface="Arial"/>
              <a:buChar char="•"/>
            </a:pPr>
            <a:r>
              <a:rPr lang="en-US" b="1">
                <a:ea typeface="+mn-lt"/>
                <a:cs typeface="+mn-lt"/>
              </a:rPr>
              <a:t>Models</a:t>
            </a:r>
            <a:r>
              <a:rPr lang="en-US">
                <a:ea typeface="+mn-lt"/>
                <a:cs typeface="+mn-lt"/>
              </a:rPr>
              <a:t>: Gradient Boosting and </a:t>
            </a:r>
            <a:r>
              <a:rPr lang="en-US" err="1">
                <a:ea typeface="+mn-lt"/>
                <a:cs typeface="+mn-lt"/>
              </a:rPr>
              <a:t>LightGBM</a:t>
            </a:r>
            <a:r>
              <a:rPr lang="en-US">
                <a:ea typeface="+mn-lt"/>
                <a:cs typeface="+mn-lt"/>
              </a:rPr>
              <a:t> models  for monthly and yearly tea </a:t>
            </a:r>
          </a:p>
          <a:p>
            <a:r>
              <a:rPr lang="en-US">
                <a:ea typeface="+mn-lt"/>
                <a:cs typeface="+mn-lt"/>
              </a:rPr>
              <a:t>   yield prediction.</a:t>
            </a:r>
            <a:endParaRPr lang="en-US">
              <a:ea typeface="Calibri" panose="020F0502020204030204"/>
              <a:cs typeface="Calibri" panose="020F0502020204030204"/>
            </a:endParaRPr>
          </a:p>
          <a:p>
            <a:pPr marL="285750" indent="-285750">
              <a:buFont typeface="Arial"/>
              <a:buChar char="•"/>
            </a:pPr>
            <a:r>
              <a:rPr lang="en-US" b="1">
                <a:ea typeface="+mn-lt"/>
                <a:cs typeface="+mn-lt"/>
              </a:rPr>
              <a:t>Hyperparameter Tuning:</a:t>
            </a:r>
            <a:r>
              <a:rPr lang="en-US">
                <a:ea typeface="+mn-lt"/>
                <a:cs typeface="+mn-lt"/>
              </a:rPr>
              <a:t> Optimization of model parameters to improve yield prediction accuracy and </a:t>
            </a:r>
            <a:r>
              <a:rPr lang="en-US" err="1">
                <a:ea typeface="+mn-lt"/>
                <a:cs typeface="+mn-lt"/>
              </a:rPr>
              <a:t>modelstability</a:t>
            </a:r>
            <a:r>
              <a:rPr lang="en-US">
                <a:ea typeface="+mn-lt"/>
                <a:cs typeface="+mn-lt"/>
              </a:rPr>
              <a:t>.</a:t>
            </a:r>
          </a:p>
          <a:p>
            <a:endParaRPr lang="en-US">
              <a:ea typeface="+mn-lt"/>
              <a:cs typeface="+mn-lt"/>
            </a:endParaRPr>
          </a:p>
          <a:p>
            <a:endParaRPr lang="en-US">
              <a:ea typeface="+mn-lt"/>
              <a:cs typeface="+mn-lt"/>
            </a:endParaRPr>
          </a:p>
          <a:p>
            <a:endParaRPr lang="en-US">
              <a:ea typeface="+mn-lt"/>
              <a:cs typeface="+mn-lt"/>
            </a:endParaRPr>
          </a:p>
        </p:txBody>
      </p:sp>
    </p:spTree>
    <p:extLst>
      <p:ext uri="{BB962C8B-B14F-4D97-AF65-F5344CB8AC3E}">
        <p14:creationId xmlns:p14="http://schemas.microsoft.com/office/powerpoint/2010/main" val="1184288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BFED-E665-516A-5DDE-795DF9A54B2C}"/>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4C5BC91-5EED-E283-7283-AA0EA0461D2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FF2CEC97-EB7F-24AE-D76D-9F38D748BCF2}"/>
              </a:ext>
            </a:extLst>
          </p:cNvPr>
          <p:cNvSpPr/>
          <p:nvPr/>
        </p:nvSpPr>
        <p:spPr>
          <a:xfrm>
            <a:off x="31315"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0BFD3091-5E4A-6828-8F4A-DE7E14230384}"/>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BECE65D1-EE4B-4BD4-8977-42FCE3CE0B7B}"/>
              </a:ext>
            </a:extLst>
          </p:cNvPr>
          <p:cNvSpPr/>
          <p:nvPr/>
        </p:nvSpPr>
        <p:spPr>
          <a:xfrm>
            <a:off x="472085" y="981518"/>
            <a:ext cx="10789920" cy="640080"/>
          </a:xfrm>
          <a:prstGeom prst="rect">
            <a:avLst/>
          </a:prstGeom>
          <a:noFill/>
          <a:ln/>
        </p:spPr>
        <p:txBody>
          <a:bodyPr wrap="square" lIns="91440" tIns="45720" rIns="91440" bIns="45720" rtlCol="0" anchor="ctr"/>
          <a:lstStyle/>
          <a:p>
            <a:r>
              <a:rPr lang="en-US" sz="3400" b="1">
                <a:solidFill>
                  <a:schemeClr val="bg1"/>
                </a:solidFill>
              </a:rPr>
              <a:t>Current Enhancement Methods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BC5873EB-B5BE-F5AB-813E-6C7A07DB3DE1}"/>
              </a:ext>
            </a:extLst>
          </p:cNvPr>
          <p:cNvSpPr/>
          <p:nvPr/>
        </p:nvSpPr>
        <p:spPr>
          <a:xfrm>
            <a:off x="557146" y="1520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93F6073E-D4C6-7072-0890-07594A0711D1}"/>
              </a:ext>
            </a:extLst>
          </p:cNvPr>
          <p:cNvSpPr/>
          <p:nvPr/>
        </p:nvSpPr>
        <p:spPr>
          <a:xfrm>
            <a:off x="760583" y="1743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CD6426A9-6392-1FF5-D84B-46B24302F864}"/>
              </a:ext>
            </a:extLst>
          </p:cNvPr>
          <p:cNvSpPr/>
          <p:nvPr/>
        </p:nvSpPr>
        <p:spPr>
          <a:xfrm>
            <a:off x="760583" y="1862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1CC7D5C2-CEF3-8329-BC9C-10B973B8436A}"/>
              </a:ext>
            </a:extLst>
          </p:cNvPr>
          <p:cNvSpPr/>
          <p:nvPr/>
        </p:nvSpPr>
        <p:spPr>
          <a:xfrm>
            <a:off x="1539240" y="1863534"/>
            <a:ext cx="9716029" cy="718757"/>
          </a:xfrm>
          <a:prstGeom prst="rect">
            <a:avLst/>
          </a:prstGeom>
          <a:noFill/>
          <a:ln/>
        </p:spPr>
        <p:txBody>
          <a:bodyPr wrap="square" lIns="91440" tIns="45720" rIns="91440" bIns="45720" rtlCol="0" anchor="ctr"/>
          <a:lstStyle/>
          <a:p>
            <a:r>
              <a:rPr lang="en-US" sz="2000" b="1">
                <a:ea typeface="+mn-lt"/>
                <a:cs typeface="+mn-lt"/>
              </a:rPr>
              <a:t>Yield Log Book Digitization</a:t>
            </a:r>
            <a:r>
              <a:rPr lang="en-US">
                <a:ea typeface="+mn-lt"/>
                <a:cs typeface="+mn-lt"/>
              </a:rPr>
              <a:t>: Handwritten tea yield log book images were digitized using image processing techniques, including document rectification, table detection, and grid extraction, together with deep learning–based OCR for text extraction.</a:t>
            </a:r>
            <a:endParaRPr lang="en-US">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DE7256F6-753C-9653-134E-DB4C953873B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D0EB1C18-FB10-BC51-C16D-4FC12989F20F}"/>
              </a:ext>
            </a:extLst>
          </p:cNvPr>
          <p:cNvSpPr/>
          <p:nvPr/>
        </p:nvSpPr>
        <p:spPr>
          <a:xfrm>
            <a:off x="548285" y="2938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2C686AA9-D82A-C797-2E38-5F0F1426981E}"/>
              </a:ext>
            </a:extLst>
          </p:cNvPr>
          <p:cNvSpPr/>
          <p:nvPr/>
        </p:nvSpPr>
        <p:spPr>
          <a:xfrm>
            <a:off x="751722" y="3160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82B2429A-7CF4-B5A3-75B7-49DD879DF774}"/>
              </a:ext>
            </a:extLst>
          </p:cNvPr>
          <p:cNvSpPr/>
          <p:nvPr/>
        </p:nvSpPr>
        <p:spPr>
          <a:xfrm>
            <a:off x="751722" y="3279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9F92BB31-197D-D76A-52E4-15119F0D2D33}"/>
              </a:ext>
            </a:extLst>
          </p:cNvPr>
          <p:cNvSpPr/>
          <p:nvPr/>
        </p:nvSpPr>
        <p:spPr>
          <a:xfrm>
            <a:off x="1539239" y="3284532"/>
            <a:ext cx="9999563" cy="736477"/>
          </a:xfrm>
          <a:prstGeom prst="rect">
            <a:avLst/>
          </a:prstGeom>
          <a:noFill/>
          <a:ln/>
        </p:spPr>
        <p:txBody>
          <a:bodyPr wrap="square" lIns="91440" tIns="45720" rIns="91440" bIns="45720" rtlCol="0" anchor="ctr"/>
          <a:lstStyle/>
          <a:p>
            <a:r>
              <a:rPr lang="en-US" sz="2000" b="1">
                <a:ea typeface="+mn-lt"/>
                <a:cs typeface="+mn-lt"/>
              </a:rPr>
              <a:t>Data Structuring and Post-Processing</a:t>
            </a:r>
            <a:endParaRPr lang="en-US" sz="2000" b="1">
              <a:ea typeface="Calibri" panose="020F0502020204030204"/>
              <a:cs typeface="Calibri" panose="020F0502020204030204"/>
            </a:endParaRPr>
          </a:p>
          <a:p>
            <a:r>
              <a:rPr lang="en-US">
                <a:ea typeface="+mn-lt"/>
                <a:cs typeface="+mn-lt"/>
              </a:rPr>
              <a:t>The extracted text was mapped to corresponding table cells, relevant column types were identified, and the data was cleaned and normalized</a:t>
            </a:r>
            <a:endParaRPr lang="en-US">
              <a:ea typeface="Calibri"/>
              <a:cs typeface="Calibri"/>
            </a:endParaRPr>
          </a:p>
          <a:p>
            <a:endParaRPr lang="en-US">
              <a:ea typeface="Calibri"/>
              <a:cs typeface="Calibri"/>
            </a:endParaRPr>
          </a:p>
        </p:txBody>
      </p:sp>
      <p:sp>
        <p:nvSpPr>
          <p:cNvPr id="31" name="Shape 5">
            <a:extLst>
              <a:ext uri="{FF2B5EF4-FFF2-40B4-BE49-F238E27FC236}">
                <a16:creationId xmlns:a16="http://schemas.microsoft.com/office/drawing/2014/main" id="{F551B46B-F5E9-DFBD-A986-40F3F51A1324}"/>
              </a:ext>
            </a:extLst>
          </p:cNvPr>
          <p:cNvSpPr/>
          <p:nvPr/>
        </p:nvSpPr>
        <p:spPr>
          <a:xfrm>
            <a:off x="574866" y="4417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18E4B21B-F435-F530-B2D1-3CA619D5B6B2}"/>
              </a:ext>
            </a:extLst>
          </p:cNvPr>
          <p:cNvSpPr/>
          <p:nvPr/>
        </p:nvSpPr>
        <p:spPr>
          <a:xfrm>
            <a:off x="778302" y="4640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58BBA060-94ED-2541-CA09-74341876272D}"/>
              </a:ext>
            </a:extLst>
          </p:cNvPr>
          <p:cNvSpPr/>
          <p:nvPr/>
        </p:nvSpPr>
        <p:spPr>
          <a:xfrm>
            <a:off x="778302" y="4759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grpSp>
        <p:nvGrpSpPr>
          <p:cNvPr id="44" name="Group 43">
            <a:extLst>
              <a:ext uri="{FF2B5EF4-FFF2-40B4-BE49-F238E27FC236}">
                <a16:creationId xmlns:a16="http://schemas.microsoft.com/office/drawing/2014/main" id="{D23E00C0-ED2D-0EE5-C604-0F3A8F3DDC38}"/>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C7E3F324-C0F2-1E40-0956-6AEF3066389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0584484-E355-66C7-148D-6CD4B170FE2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64F06076-2547-1666-9230-B2343C053C1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17</a:t>
              </a:r>
            </a:p>
          </p:txBody>
        </p:sp>
        <p:pic>
          <p:nvPicPr>
            <p:cNvPr id="42" name="Picture 41">
              <a:extLst>
                <a:ext uri="{FF2B5EF4-FFF2-40B4-BE49-F238E27FC236}">
                  <a16:creationId xmlns:a16="http://schemas.microsoft.com/office/drawing/2014/main" id="{22E32E6F-4CCC-F878-ADD6-47A67C138B03}"/>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4713AD63-05E5-A814-4332-503A3AB27748}"/>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endParaRPr lang="en-US">
                <a:solidFill>
                  <a:srgbClr val="000000"/>
                </a:solidFill>
                <a:ea typeface="Calibri"/>
                <a:cs typeface="Calibri"/>
              </a:endParaRPr>
            </a:p>
            <a:p>
              <a:endParaRPr lang="en-US" b="1">
                <a:solidFill>
                  <a:srgbClr val="080658"/>
                </a:solidFill>
                <a:ea typeface="Calibri"/>
                <a:cs typeface="Calibri"/>
              </a:endParaRPr>
            </a:p>
          </p:txBody>
        </p:sp>
      </p:grpSp>
      <p:sp>
        <p:nvSpPr>
          <p:cNvPr id="4" name="TextBox 3">
            <a:extLst>
              <a:ext uri="{FF2B5EF4-FFF2-40B4-BE49-F238E27FC236}">
                <a16:creationId xmlns:a16="http://schemas.microsoft.com/office/drawing/2014/main" id="{B5D633C6-4DA9-92F5-0AAB-60265F537DEA}"/>
              </a:ext>
            </a:extLst>
          </p:cNvPr>
          <p:cNvSpPr txBox="1"/>
          <p:nvPr/>
        </p:nvSpPr>
        <p:spPr>
          <a:xfrm>
            <a:off x="1732768" y="4639850"/>
            <a:ext cx="96032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Monthly Yield Forecasting</a:t>
            </a:r>
            <a:endParaRPr lang="en-US">
              <a:ea typeface="Calibri"/>
              <a:cs typeface="Calibri"/>
            </a:endParaRPr>
          </a:p>
          <a:p>
            <a:r>
              <a:rPr lang="en-US"/>
              <a:t>Monthly tea yield forecasting was performed using historical yield data and engineered temporal features to support data-driven planning.</a:t>
            </a:r>
            <a:endParaRPr lang="en-US">
              <a:ea typeface="Calibri"/>
              <a:cs typeface="Calibri"/>
            </a:endParaRPr>
          </a:p>
          <a:p>
            <a:pPr algn="ctr"/>
            <a:endParaRPr lang="en-US"/>
          </a:p>
        </p:txBody>
      </p:sp>
    </p:spTree>
    <p:extLst>
      <p:ext uri="{BB962C8B-B14F-4D97-AF65-F5344CB8AC3E}">
        <p14:creationId xmlns:p14="http://schemas.microsoft.com/office/powerpoint/2010/main" val="1614554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6400-B8F9-6E7A-B480-57CE2F4D4C5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F360CAD-CD8F-8B19-4650-6B89C4B6159D}"/>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5B3EF951-356E-BCA4-ED9B-15F51F586E8F}"/>
              </a:ext>
            </a:extLst>
          </p:cNvPr>
          <p:cNvSpPr/>
          <p:nvPr/>
        </p:nvSpPr>
        <p:spPr>
          <a:xfrm>
            <a:off x="0" y="-1043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43A24991-D8AC-24BE-53A1-D5ED307D8267}"/>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FC20FDC4-A0C0-A85E-CFA0-F18FED8FF728}"/>
              </a:ext>
            </a:extLst>
          </p:cNvPr>
          <p:cNvSpPr/>
          <p:nvPr/>
        </p:nvSpPr>
        <p:spPr>
          <a:xfrm>
            <a:off x="547372" y="815809"/>
            <a:ext cx="10789920" cy="640080"/>
          </a:xfrm>
          <a:prstGeom prst="rect">
            <a:avLst/>
          </a:prstGeom>
          <a:noFill/>
          <a:ln/>
        </p:spPr>
        <p:txBody>
          <a:bodyPr wrap="square" lIns="91440" tIns="45720" rIns="91440" bIns="45720" rtlCol="0" anchor="ctr"/>
          <a:lstStyle/>
          <a:p>
            <a:r>
              <a:rPr lang="en-US" sz="3400" b="1">
                <a:solidFill>
                  <a:schemeClr val="bg1"/>
                </a:solidFill>
                <a:ea typeface="+mn-lt"/>
                <a:cs typeface="+mn-lt"/>
              </a:rPr>
              <a:t>Future Enhancement Methods</a:t>
            </a:r>
            <a:endParaRPr lang="en-US" b="1">
              <a:solidFill>
                <a:schemeClr val="bg1"/>
              </a:solidFill>
              <a:ea typeface="+mn-lt"/>
              <a:cs typeface="+mn-lt"/>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C5E9FD1E-38E1-ED02-9693-940192501FFC}"/>
              </a:ext>
            </a:extLst>
          </p:cNvPr>
          <p:cNvSpPr/>
          <p:nvPr/>
        </p:nvSpPr>
        <p:spPr>
          <a:xfrm>
            <a:off x="404746" y="1314299"/>
            <a:ext cx="11087630" cy="4635460"/>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896DDCF9-B28E-7845-2606-E801161F94E0}"/>
              </a:ext>
            </a:extLst>
          </p:cNvPr>
          <p:cNvSpPr/>
          <p:nvPr/>
        </p:nvSpPr>
        <p:spPr>
          <a:xfrm>
            <a:off x="943210" y="3343954"/>
            <a:ext cx="9716029" cy="718757"/>
          </a:xfrm>
          <a:prstGeom prst="rect">
            <a:avLst/>
          </a:prstGeom>
          <a:noFill/>
          <a:ln/>
        </p:spPr>
        <p:txBody>
          <a:bodyPr wrap="square" lIns="91440" tIns="45720" rIns="91440" bIns="45720" rtlCol="0" anchor="ctr"/>
          <a:lstStyle/>
          <a:p>
            <a:r>
              <a:rPr lang="en-US" sz="2000" b="1">
                <a:ea typeface="+mn-lt"/>
                <a:cs typeface="+mn-lt"/>
              </a:rPr>
              <a:t>1</a:t>
            </a:r>
            <a:r>
              <a:rPr lang="en-US" sz="2000">
                <a:ea typeface="+mn-lt"/>
                <a:cs typeface="+mn-lt"/>
              </a:rPr>
              <a:t>.</a:t>
            </a:r>
            <a:r>
              <a:rPr lang="en-US" sz="2000" b="1">
                <a:ea typeface="+mn-lt"/>
                <a:cs typeface="+mn-lt"/>
              </a:rPr>
              <a:t>Improved Data Extraction Accuracy</a:t>
            </a:r>
            <a:r>
              <a:rPr lang="en-US" sz="2000">
                <a:ea typeface="+mn-lt"/>
                <a:cs typeface="+mn-lt"/>
              </a:rPr>
              <a:t>: Future work will focus on further refining image preprocessing and OCR techniques to enhance the accuracy and robustness of yield data extraction from log book images.</a:t>
            </a:r>
          </a:p>
          <a:p>
            <a:endParaRPr lang="en-US" sz="2000">
              <a:ea typeface="Calibri"/>
              <a:cs typeface="Calibri"/>
            </a:endParaRPr>
          </a:p>
          <a:p>
            <a:r>
              <a:rPr lang="en-US" sz="2000" b="1"/>
              <a:t>2.</a:t>
            </a:r>
            <a:r>
              <a:rPr lang="en-US" sz="2000"/>
              <a:t> </a:t>
            </a:r>
            <a:r>
              <a:rPr lang="en-US" sz="2000" b="1"/>
              <a:t>Potential Yield Forecasting</a:t>
            </a:r>
            <a:r>
              <a:rPr lang="en-US" sz="2000" b="1">
                <a:ea typeface="+mn-lt"/>
                <a:cs typeface="+mn-lt"/>
              </a:rPr>
              <a:t>:</a:t>
            </a:r>
            <a:r>
              <a:rPr lang="en-US" sz="2000">
                <a:ea typeface="+mn-lt"/>
                <a:cs typeface="+mn-lt"/>
              </a:rPr>
              <a:t> The forecasting framework can be extended to estimate potential tea yield beyond historical trends, enabling data-driven target setting and long-term planning.</a:t>
            </a:r>
          </a:p>
          <a:p>
            <a:endParaRPr lang="en-US" sz="2000" b="1">
              <a:ea typeface="Calibri"/>
              <a:cs typeface="Calibri"/>
            </a:endParaRPr>
          </a:p>
          <a:p>
            <a:r>
              <a:rPr lang="en-US" sz="2000" b="1"/>
              <a:t>3.</a:t>
            </a:r>
            <a:r>
              <a:rPr lang="en-US" sz="2000" b="1">
                <a:ea typeface="+mn-lt"/>
                <a:cs typeface="+mn-lt"/>
              </a:rPr>
              <a:t> </a:t>
            </a:r>
            <a:r>
              <a:rPr lang="en-US" sz="2000">
                <a:ea typeface="+mn-lt"/>
                <a:cs typeface="+mn-lt"/>
              </a:rPr>
              <a:t>Extend yield forecasting to yearly prediction and develop a mobile application for decision support.</a:t>
            </a:r>
          </a:p>
          <a:p>
            <a:endParaRPr lang="en-US" sz="2000">
              <a:ea typeface="+mn-lt"/>
              <a:cs typeface="+mn-lt"/>
            </a:endParaRPr>
          </a:p>
          <a:p>
            <a:r>
              <a:rPr lang="en-US" sz="2000">
                <a:ea typeface="+mn-lt"/>
                <a:cs typeface="+mn-lt"/>
              </a:rPr>
              <a:t>4.</a:t>
            </a:r>
            <a:r>
              <a:rPr lang="en-US" sz="2000" b="1">
                <a:ea typeface="+mn-lt"/>
                <a:cs typeface="+mn-lt"/>
              </a:rPr>
              <a:t>Unified System Integration:</a:t>
            </a:r>
            <a:r>
              <a:rPr lang="en-US" sz="2000">
                <a:ea typeface="+mn-lt"/>
                <a:cs typeface="+mn-lt"/>
              </a:rPr>
              <a:t> All developed modules, including yield log book digitization,  and yield forecasting, can be integrated into a single unified system to provide an end-to-end decision-support platform for tea estate management.</a:t>
            </a:r>
          </a:p>
        </p:txBody>
      </p:sp>
      <p:sp>
        <p:nvSpPr>
          <p:cNvPr id="23" name="Shape 20">
            <a:extLst>
              <a:ext uri="{FF2B5EF4-FFF2-40B4-BE49-F238E27FC236}">
                <a16:creationId xmlns:a16="http://schemas.microsoft.com/office/drawing/2014/main" id="{98713BDF-016E-7D6B-798A-562944CC9134}"/>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F2D6115E-AC15-81DF-C968-CF656FE2335C}"/>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7224F248-EC65-188C-18D6-6256BF98E0B3}"/>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95A4F2C-F778-8DD2-3F5B-9B0098E4F1F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158DAF01-5058-B116-7A43-500820CB666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18</a:t>
              </a:r>
            </a:p>
          </p:txBody>
        </p:sp>
        <p:pic>
          <p:nvPicPr>
            <p:cNvPr id="42" name="Picture 41">
              <a:extLst>
                <a:ext uri="{FF2B5EF4-FFF2-40B4-BE49-F238E27FC236}">
                  <a16:creationId xmlns:a16="http://schemas.microsoft.com/office/drawing/2014/main" id="{CABB5019-C129-A255-0242-6497AD2B57B8}"/>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191F58FE-3E88-C2AD-98B7-0FE354107E4C}"/>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endParaRPr lang="en-US">
                <a:solidFill>
                  <a:srgbClr val="000000"/>
                </a:solidFill>
                <a:ea typeface="Calibri"/>
                <a:cs typeface="Calibri"/>
              </a:endParaRPr>
            </a:p>
            <a:p>
              <a:endParaRPr lang="en-US" b="1">
                <a:solidFill>
                  <a:srgbClr val="080658"/>
                </a:solidFill>
                <a:ea typeface="Calibri"/>
                <a:cs typeface="Calibri"/>
              </a:endParaRPr>
            </a:p>
          </p:txBody>
        </p:sp>
      </p:grpSp>
    </p:spTree>
    <p:extLst>
      <p:ext uri="{BB962C8B-B14F-4D97-AF65-F5344CB8AC3E}">
        <p14:creationId xmlns:p14="http://schemas.microsoft.com/office/powerpoint/2010/main" val="2284884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0544B-A5F4-F749-A9CF-1337F3D7C60E}"/>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80DBF2CC-E34B-E74A-A28A-A602F4B86348}"/>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7B4988A0-FFB9-6B0C-AD6E-B2869F083EC9}"/>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4" name="Shape 1">
            <a:extLst>
              <a:ext uri="{FF2B5EF4-FFF2-40B4-BE49-F238E27FC236}">
                <a16:creationId xmlns:a16="http://schemas.microsoft.com/office/drawing/2014/main" id="{F84B710D-A963-4651-7349-5E51701B3CF0}"/>
              </a:ext>
            </a:extLst>
          </p:cNvPr>
          <p:cNvSpPr/>
          <p:nvPr/>
        </p:nvSpPr>
        <p:spPr>
          <a:xfrm>
            <a:off x="822960" y="411480"/>
            <a:ext cx="1051560" cy="502920"/>
          </a:xfrm>
          <a:prstGeom prst="roundRect">
            <a:avLst/>
          </a:prstGeom>
          <a:solidFill>
            <a:srgbClr val="FFFFFF">
              <a:alpha val="90000"/>
            </a:srgbClr>
          </a:solidFill>
          <a:ln w="12700">
            <a:solidFill>
              <a:srgbClr val="FFFFFF">
                <a:alpha val="30000"/>
              </a:srgbClr>
            </a:solidFill>
            <a:prstDash val="solid"/>
          </a:ln>
        </p:spPr>
        <p:txBody>
          <a:bodyPr/>
          <a:lstStyle/>
          <a:p>
            <a:endParaRPr lang="en-US"/>
          </a:p>
        </p:txBody>
      </p:sp>
      <p:sp>
        <p:nvSpPr>
          <p:cNvPr id="5" name="Text 2">
            <a:extLst>
              <a:ext uri="{FF2B5EF4-FFF2-40B4-BE49-F238E27FC236}">
                <a16:creationId xmlns:a16="http://schemas.microsoft.com/office/drawing/2014/main" id="{7BEC1A18-4167-7EBC-BC0D-868140440533}"/>
              </a:ext>
            </a:extLst>
          </p:cNvPr>
          <p:cNvSpPr/>
          <p:nvPr/>
        </p:nvSpPr>
        <p:spPr>
          <a:xfrm>
            <a:off x="822960" y="530352"/>
            <a:ext cx="1051560" cy="27432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LOGO</a:t>
            </a:r>
            <a:endParaRPr lang="en-US" sz="1200"/>
          </a:p>
        </p:txBody>
      </p:sp>
      <p:sp>
        <p:nvSpPr>
          <p:cNvPr id="6" name="Text 3">
            <a:extLst>
              <a:ext uri="{FF2B5EF4-FFF2-40B4-BE49-F238E27FC236}">
                <a16:creationId xmlns:a16="http://schemas.microsoft.com/office/drawing/2014/main" id="{4919B53A-C1F4-142F-4449-DBDE1D04ACC8}"/>
              </a:ext>
            </a:extLst>
          </p:cNvPr>
          <p:cNvSpPr/>
          <p:nvPr/>
        </p:nvSpPr>
        <p:spPr>
          <a:xfrm>
            <a:off x="545849" y="3347838"/>
            <a:ext cx="10545775" cy="731520"/>
          </a:xfrm>
          <a:prstGeom prst="rect">
            <a:avLst/>
          </a:prstGeom>
          <a:noFill/>
          <a:ln/>
        </p:spPr>
        <p:txBody>
          <a:bodyPr wrap="square" lIns="91440" tIns="45720" rIns="91440" bIns="45720" rtlCol="0" anchor="ctr"/>
          <a:lstStyle/>
          <a:p>
            <a:r>
              <a:rPr lang="en-US" sz="4400" b="1">
                <a:solidFill>
                  <a:srgbClr val="F6F7F5"/>
                </a:solidFill>
                <a:latin typeface="Tw Cen MT"/>
                <a:ea typeface="+mn-lt"/>
                <a:cs typeface="+mn-lt"/>
              </a:rPr>
              <a:t>Tea Market Demand Forecasting and Smart Auction Planning</a:t>
            </a:r>
            <a:endParaRPr lang="en-US" sz="4400" b="1">
              <a:latin typeface="Tw Cen MT"/>
              <a:ea typeface="Calibri"/>
              <a:cs typeface="Calibri"/>
            </a:endParaRPr>
          </a:p>
        </p:txBody>
      </p:sp>
      <p:sp>
        <p:nvSpPr>
          <p:cNvPr id="7" name="Text 4">
            <a:extLst>
              <a:ext uri="{FF2B5EF4-FFF2-40B4-BE49-F238E27FC236}">
                <a16:creationId xmlns:a16="http://schemas.microsoft.com/office/drawing/2014/main" id="{CE383E4F-1673-B447-DABC-F2CC4F071CAE}"/>
              </a:ext>
            </a:extLst>
          </p:cNvPr>
          <p:cNvSpPr/>
          <p:nvPr/>
        </p:nvSpPr>
        <p:spPr>
          <a:xfrm>
            <a:off x="562808" y="4414505"/>
            <a:ext cx="10509199" cy="457200"/>
          </a:xfrm>
          <a:prstGeom prst="rect">
            <a:avLst/>
          </a:prstGeom>
          <a:noFill/>
          <a:ln/>
        </p:spPr>
        <p:txBody>
          <a:bodyPr wrap="square" lIns="91440" tIns="45720" rIns="91440" bIns="45720" rtlCol="0" anchor="ctr"/>
          <a:lstStyle/>
          <a:p>
            <a:r>
              <a:rPr lang="en-US" sz="2000" b="1">
                <a:solidFill>
                  <a:srgbClr val="F6F7F5"/>
                </a:solidFill>
                <a:latin typeface="Calibri"/>
                <a:ea typeface="Calibri"/>
                <a:cs typeface="Calibri"/>
              </a:rPr>
              <a:t>BANDARANAYAKE B.G.W.T.N.  |   IT22247018</a:t>
            </a:r>
            <a:endParaRPr lang="en-US" sz="2400" b="1">
              <a:ea typeface="Calibri"/>
              <a:cs typeface="Calibri"/>
            </a:endParaRPr>
          </a:p>
        </p:txBody>
      </p:sp>
      <p:sp>
        <p:nvSpPr>
          <p:cNvPr id="18" name="Shape 15">
            <a:extLst>
              <a:ext uri="{FF2B5EF4-FFF2-40B4-BE49-F238E27FC236}">
                <a16:creationId xmlns:a16="http://schemas.microsoft.com/office/drawing/2014/main" id="{AD891705-CFF4-EAE5-345C-BE94B520020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0" name="Text 17">
            <a:extLst>
              <a:ext uri="{FF2B5EF4-FFF2-40B4-BE49-F238E27FC236}">
                <a16:creationId xmlns:a16="http://schemas.microsoft.com/office/drawing/2014/main" id="{B1083CDE-8C34-36DD-8519-EC145C78BA1E}"/>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grpSp>
        <p:nvGrpSpPr>
          <p:cNvPr id="34" name="Group 33">
            <a:extLst>
              <a:ext uri="{FF2B5EF4-FFF2-40B4-BE49-F238E27FC236}">
                <a16:creationId xmlns:a16="http://schemas.microsoft.com/office/drawing/2014/main" id="{754D1CF3-20D1-4F3F-E5E9-BC953D831E46}"/>
              </a:ext>
            </a:extLst>
          </p:cNvPr>
          <p:cNvGrpSpPr/>
          <p:nvPr/>
        </p:nvGrpSpPr>
        <p:grpSpPr>
          <a:xfrm>
            <a:off x="14287" y="6474619"/>
            <a:ext cx="12215812" cy="474107"/>
            <a:chOff x="4762" y="6455569"/>
            <a:chExt cx="12215812" cy="474107"/>
          </a:xfrm>
        </p:grpSpPr>
        <p:sp>
          <p:nvSpPr>
            <p:cNvPr id="29" name="Rectangle 28">
              <a:extLst>
                <a:ext uri="{FF2B5EF4-FFF2-40B4-BE49-F238E27FC236}">
                  <a16:creationId xmlns:a16="http://schemas.microsoft.com/office/drawing/2014/main" id="{6CDCA0FD-AC90-B314-18AB-6F68009BE15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612DB77-2D1C-6FB3-C35E-F097D44DACA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1" name="Text 23">
              <a:extLst>
                <a:ext uri="{FF2B5EF4-FFF2-40B4-BE49-F238E27FC236}">
                  <a16:creationId xmlns:a16="http://schemas.microsoft.com/office/drawing/2014/main" id="{55B0C4D6-09BE-17F0-BCC2-B70D60C0FF05}"/>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19</a:t>
              </a:r>
            </a:p>
          </p:txBody>
        </p:sp>
        <p:pic>
          <p:nvPicPr>
            <p:cNvPr id="32" name="Picture 31">
              <a:extLst>
                <a:ext uri="{FF2B5EF4-FFF2-40B4-BE49-F238E27FC236}">
                  <a16:creationId xmlns:a16="http://schemas.microsoft.com/office/drawing/2014/main" id="{F05BFB3C-0E75-8E4B-16D9-61CF4E8162FC}"/>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3" name="TextBox 32">
              <a:extLst>
                <a:ext uri="{FF2B5EF4-FFF2-40B4-BE49-F238E27FC236}">
                  <a16:creationId xmlns:a16="http://schemas.microsoft.com/office/drawing/2014/main" id="{28FB6312-E835-4423-4DB3-266FCD41ADAD}"/>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pic>
        <p:nvPicPr>
          <p:cNvPr id="19" name="Picture 18" descr="A person with a mustache and a tie&#10;&#10;AI-generated content may be incorrect.">
            <a:extLst>
              <a:ext uri="{FF2B5EF4-FFF2-40B4-BE49-F238E27FC236}">
                <a16:creationId xmlns:a16="http://schemas.microsoft.com/office/drawing/2014/main" id="{E797EC17-D307-671D-0315-069F56BB48A7}"/>
              </a:ext>
            </a:extLst>
          </p:cNvPr>
          <p:cNvPicPr>
            <a:picLocks noChangeAspect="1"/>
          </p:cNvPicPr>
          <p:nvPr/>
        </p:nvPicPr>
        <p:blipFill>
          <a:blip r:embed="rId5"/>
          <a:srcRect l="7661" r="6966" b="19028"/>
          <a:stretch>
            <a:fillRect/>
          </a:stretch>
        </p:blipFill>
        <p:spPr>
          <a:xfrm>
            <a:off x="9363075" y="409575"/>
            <a:ext cx="2492915" cy="2371739"/>
          </a:xfrm>
          <a:prstGeom prst="rect">
            <a:avLst/>
          </a:prstGeom>
        </p:spPr>
      </p:pic>
    </p:spTree>
    <p:extLst>
      <p:ext uri="{BB962C8B-B14F-4D97-AF65-F5344CB8AC3E}">
        <p14:creationId xmlns:p14="http://schemas.microsoft.com/office/powerpoint/2010/main" val="275566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B0201104-FBDD-0CD3-6E1F-3FFBD60C452C}"/>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196189D0-BBC2-B2D3-B020-C21B8EA8BAA0}"/>
              </a:ext>
            </a:extLst>
          </p:cNvPr>
          <p:cNvSpPr/>
          <p:nvPr/>
        </p:nvSpPr>
        <p:spPr>
          <a:xfrm>
            <a:off x="5053965" y="816758"/>
            <a:ext cx="6492240" cy="36576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12" name="Text 9">
            <a:extLst>
              <a:ext uri="{FF2B5EF4-FFF2-40B4-BE49-F238E27FC236}">
                <a16:creationId xmlns:a16="http://schemas.microsoft.com/office/drawing/2014/main" id="{FFF7E58F-F05D-5189-57E3-9B0AB920CC6A}"/>
              </a:ext>
            </a:extLst>
          </p:cNvPr>
          <p:cNvSpPr/>
          <p:nvPr/>
        </p:nvSpPr>
        <p:spPr>
          <a:xfrm>
            <a:off x="5053300" y="1077433"/>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000">
              <a:ea typeface="Calibri"/>
              <a:cs typeface="Calibri"/>
            </a:endParaRPr>
          </a:p>
        </p:txBody>
      </p:sp>
      <p:sp>
        <p:nvSpPr>
          <p:cNvPr id="13" name="Text 10">
            <a:extLst>
              <a:ext uri="{FF2B5EF4-FFF2-40B4-BE49-F238E27FC236}">
                <a16:creationId xmlns:a16="http://schemas.microsoft.com/office/drawing/2014/main" id="{DEEF0293-DAE3-9C4B-14E8-EFC7192E881A}"/>
              </a:ext>
            </a:extLst>
          </p:cNvPr>
          <p:cNvSpPr/>
          <p:nvPr/>
        </p:nvSpPr>
        <p:spPr>
          <a:xfrm>
            <a:off x="5049756" y="1458078"/>
            <a:ext cx="6492240" cy="365760"/>
          </a:xfrm>
          <a:prstGeom prst="rect">
            <a:avLst/>
          </a:prstGeom>
          <a:noFill/>
          <a:ln/>
        </p:spPr>
        <p:txBody>
          <a:bodyPr wrap="square" lIns="91440" tIns="45720" rIns="91440" bIns="45720" rtlCol="0" anchor="ctr"/>
          <a:lstStyle/>
          <a:p>
            <a:pPr marL="0" indent="0">
              <a:buNone/>
            </a:pPr>
            <a:endParaRPr lang="en-US" sz="1400">
              <a:solidFill>
                <a:srgbClr val="0B3D2E"/>
              </a:solidFill>
              <a:ea typeface="Calibri"/>
              <a:cs typeface="Calibri"/>
            </a:endParaRPr>
          </a:p>
        </p:txBody>
      </p:sp>
      <p:sp>
        <p:nvSpPr>
          <p:cNvPr id="14" name="Shape 11">
            <a:extLst>
              <a:ext uri="{FF2B5EF4-FFF2-40B4-BE49-F238E27FC236}">
                <a16:creationId xmlns:a16="http://schemas.microsoft.com/office/drawing/2014/main" id="{5630A6DA-3810-2FE5-4DE7-3539A8DD34EF}"/>
              </a:ext>
            </a:extLst>
          </p:cNvPr>
          <p:cNvSpPr/>
          <p:nvPr/>
        </p:nvSpPr>
        <p:spPr>
          <a:xfrm>
            <a:off x="4735431" y="1823486"/>
            <a:ext cx="7045574" cy="4355934"/>
          </a:xfrm>
          <a:prstGeom prst="roundRect">
            <a:avLst/>
          </a:prstGeom>
          <a:solidFill>
            <a:srgbClr val="FFFFFF"/>
          </a:solidFill>
          <a:ln w="12700">
            <a:solidFill>
              <a:srgbClr val="E6ECE7"/>
            </a:solidFill>
            <a:prstDash val="solid"/>
          </a:ln>
          <a:effectLst>
            <a:outerShdw blurRad="76200" dist="25400" dir="2700000" algn="bl" rotWithShape="0">
              <a:srgbClr val="000000">
                <a:alpha val="18000"/>
              </a:srgbClr>
            </a:outerShdw>
          </a:effectLst>
        </p:spPr>
        <p:txBody>
          <a:bodyPr/>
          <a:lstStyle/>
          <a:p>
            <a:endParaRPr lang="en-US"/>
          </a:p>
        </p:txBody>
      </p:sp>
      <p:sp>
        <p:nvSpPr>
          <p:cNvPr id="16" name="Text 13">
            <a:extLst>
              <a:ext uri="{FF2B5EF4-FFF2-40B4-BE49-F238E27FC236}">
                <a16:creationId xmlns:a16="http://schemas.microsoft.com/office/drawing/2014/main" id="{F79A188D-6893-CC4A-38C2-25BE0E6B24EC}"/>
              </a:ext>
            </a:extLst>
          </p:cNvPr>
          <p:cNvSpPr/>
          <p:nvPr/>
        </p:nvSpPr>
        <p:spPr>
          <a:xfrm>
            <a:off x="5003904" y="2723132"/>
            <a:ext cx="6770456" cy="2748869"/>
          </a:xfrm>
          <a:prstGeom prst="rect">
            <a:avLst/>
          </a:prstGeom>
          <a:noFill/>
          <a:ln/>
        </p:spPr>
        <p:txBody>
          <a:bodyPr wrap="square" lIns="91440" tIns="45720" rIns="91440" bIns="45720" rtlCol="0" anchor="ctr"/>
          <a:lstStyle/>
          <a:p>
            <a:pPr marL="285750" indent="-285750">
              <a:buFont typeface="Arial"/>
              <a:buChar char="•"/>
            </a:pPr>
            <a:r>
              <a:rPr lang="en-US" sz="2000" b="1">
                <a:solidFill>
                  <a:srgbClr val="082A20"/>
                </a:solidFill>
                <a:ea typeface="+mn-lt"/>
                <a:cs typeface="+mn-lt"/>
              </a:rPr>
              <a:t>Tea Price Fluctuations</a:t>
            </a:r>
            <a:r>
              <a:rPr lang="en-US" sz="2000">
                <a:solidFill>
                  <a:srgbClr val="082A20"/>
                </a:solidFill>
                <a:ea typeface="+mn-lt"/>
                <a:cs typeface="+mn-lt"/>
              </a:rPr>
              <a:t>: Prices in the Sri Lankan tea market are unpredictable due to supply-demand imbalances.</a:t>
            </a:r>
            <a:endParaRPr lang="en-US" sz="2000">
              <a:solidFill>
                <a:srgbClr val="000000"/>
              </a:solidFill>
              <a:ea typeface="+mn-lt"/>
              <a:cs typeface="+mn-lt"/>
            </a:endParaRPr>
          </a:p>
          <a:p>
            <a:pPr marL="285750" indent="-285750">
              <a:buFont typeface="Arial"/>
              <a:buChar char="•"/>
            </a:pPr>
            <a:endParaRPr lang="en-US" sz="2000">
              <a:solidFill>
                <a:srgbClr val="082A20"/>
              </a:solidFill>
              <a:ea typeface="+mn-lt"/>
              <a:cs typeface="+mn-lt"/>
            </a:endParaRPr>
          </a:p>
          <a:p>
            <a:pPr marL="285750" indent="-285750">
              <a:buFont typeface="Arial"/>
              <a:buChar char="•"/>
            </a:pPr>
            <a:r>
              <a:rPr lang="en-US" sz="2000" b="1">
                <a:solidFill>
                  <a:srgbClr val="082A20"/>
                </a:solidFill>
                <a:ea typeface="+mn-lt"/>
                <a:cs typeface="+mn-lt"/>
              </a:rPr>
              <a:t>Auction Issues</a:t>
            </a:r>
            <a:r>
              <a:rPr lang="en-US" sz="2000">
                <a:solidFill>
                  <a:srgbClr val="082A20"/>
                </a:solidFill>
                <a:ea typeface="+mn-lt"/>
                <a:cs typeface="+mn-lt"/>
              </a:rPr>
              <a:t>: The Colombo Tea Auction struggles with oversupply or undersupply, causing price instability and financial losses.</a:t>
            </a:r>
            <a:endParaRPr lang="en-US" sz="2000">
              <a:ea typeface="Calibri"/>
              <a:cs typeface="Calibri"/>
            </a:endParaRPr>
          </a:p>
          <a:p>
            <a:endParaRPr lang="en-US" sz="2000">
              <a:solidFill>
                <a:srgbClr val="082A20"/>
              </a:solidFill>
              <a:ea typeface="+mn-lt"/>
              <a:cs typeface="+mn-lt"/>
            </a:endParaRPr>
          </a:p>
          <a:p>
            <a:pPr marL="285750" indent="-285750">
              <a:buFont typeface="Arial"/>
              <a:buChar char="•"/>
            </a:pPr>
            <a:r>
              <a:rPr lang="en-US" sz="2000" b="1">
                <a:solidFill>
                  <a:srgbClr val="082A20"/>
                </a:solidFill>
                <a:ea typeface="+mn-lt"/>
                <a:cs typeface="+mn-lt"/>
              </a:rPr>
              <a:t>Lack of Accurate Forecasting</a:t>
            </a:r>
            <a:r>
              <a:rPr lang="en-US" sz="2000">
                <a:solidFill>
                  <a:srgbClr val="082A20"/>
                </a:solidFill>
                <a:ea typeface="+mn-lt"/>
                <a:cs typeface="+mn-lt"/>
              </a:rPr>
              <a:t>: Current models don’t provide </a:t>
            </a:r>
            <a:r>
              <a:rPr lang="en-US" sz="2000" b="1">
                <a:solidFill>
                  <a:srgbClr val="082A20"/>
                </a:solidFill>
                <a:ea typeface="+mn-lt"/>
                <a:cs typeface="+mn-lt"/>
              </a:rPr>
              <a:t>factory-level insights</a:t>
            </a:r>
            <a:r>
              <a:rPr lang="en-US" sz="2000">
                <a:solidFill>
                  <a:srgbClr val="082A20"/>
                </a:solidFill>
                <a:ea typeface="+mn-lt"/>
                <a:cs typeface="+mn-lt"/>
              </a:rPr>
              <a:t> or </a:t>
            </a:r>
            <a:r>
              <a:rPr lang="en-US" sz="2000" b="1">
                <a:solidFill>
                  <a:srgbClr val="082A20"/>
                </a:solidFill>
                <a:ea typeface="+mn-lt"/>
                <a:cs typeface="+mn-lt"/>
              </a:rPr>
              <a:t>elevation-specific predictions</a:t>
            </a:r>
            <a:r>
              <a:rPr lang="en-US" sz="2000">
                <a:solidFill>
                  <a:srgbClr val="082A20"/>
                </a:solidFill>
                <a:ea typeface="+mn-lt"/>
                <a:cs typeface="+mn-lt"/>
              </a:rPr>
              <a:t> that are needed for better decision-making.</a:t>
            </a:r>
            <a:endParaRPr lang="en-US" sz="2000">
              <a:ea typeface="Calibri"/>
              <a:cs typeface="Calibri"/>
            </a:endParaRPr>
          </a:p>
          <a:p>
            <a:endParaRPr lang="en-US" sz="2000">
              <a:solidFill>
                <a:srgbClr val="082A20"/>
              </a:solidFill>
              <a:ea typeface="Calibri"/>
              <a:cs typeface="Calibri"/>
            </a:endParaRPr>
          </a:p>
        </p:txBody>
      </p:sp>
      <p:sp>
        <p:nvSpPr>
          <p:cNvPr id="18" name="Text 15">
            <a:extLst>
              <a:ext uri="{FF2B5EF4-FFF2-40B4-BE49-F238E27FC236}">
                <a16:creationId xmlns:a16="http://schemas.microsoft.com/office/drawing/2014/main" id="{5C23B01C-DC28-4D88-C207-776362260C80}"/>
              </a:ext>
            </a:extLst>
          </p:cNvPr>
          <p:cNvSpPr/>
          <p:nvPr/>
        </p:nvSpPr>
        <p:spPr>
          <a:xfrm>
            <a:off x="8707356" y="2281038"/>
            <a:ext cx="2606040" cy="27432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19" name="Text 16">
            <a:extLst>
              <a:ext uri="{FF2B5EF4-FFF2-40B4-BE49-F238E27FC236}">
                <a16:creationId xmlns:a16="http://schemas.microsoft.com/office/drawing/2014/main" id="{D26D0492-010B-D605-4C15-CF0492E316B1}"/>
              </a:ext>
            </a:extLst>
          </p:cNvPr>
          <p:cNvSpPr/>
          <p:nvPr/>
        </p:nvSpPr>
        <p:spPr>
          <a:xfrm>
            <a:off x="8707356" y="2601078"/>
            <a:ext cx="2606040" cy="640080"/>
          </a:xfrm>
          <a:prstGeom prst="rect">
            <a:avLst/>
          </a:prstGeom>
          <a:noFill/>
          <a:ln/>
        </p:spPr>
        <p:txBody>
          <a:bodyPr wrap="square" lIns="91440" tIns="45720" rIns="91440" bIns="45720" rtlCol="0" anchor="ctr"/>
          <a:lstStyle/>
          <a:p>
            <a:pPr marL="0" indent="0">
              <a:buNone/>
            </a:pPr>
            <a:endParaRPr lang="en-US" sz="1400">
              <a:solidFill>
                <a:srgbClr val="082A20"/>
              </a:solidFill>
              <a:ea typeface="Calibri"/>
              <a:cs typeface="Calibri"/>
            </a:endParaRPr>
          </a:p>
        </p:txBody>
      </p:sp>
      <p:sp>
        <p:nvSpPr>
          <p:cNvPr id="26" name="Shape 23">
            <a:extLst>
              <a:ext uri="{FF2B5EF4-FFF2-40B4-BE49-F238E27FC236}">
                <a16:creationId xmlns:a16="http://schemas.microsoft.com/office/drawing/2014/main" id="{320174A8-4E1D-16C3-D873-6E99ABA48E48}"/>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9" name="Text 26">
            <a:extLst>
              <a:ext uri="{FF2B5EF4-FFF2-40B4-BE49-F238E27FC236}">
                <a16:creationId xmlns:a16="http://schemas.microsoft.com/office/drawing/2014/main" id="{ACD971DB-24F3-A046-0EF7-3E10E3D244B2}"/>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pic>
        <p:nvPicPr>
          <p:cNvPr id="31" name="Image 0" descr="A green hills with a house in the distance with Banaue Rice Terraces in the background&#10;&#10;AI-generated content may be incorrect.">
            <a:extLst>
              <a:ext uri="{FF2B5EF4-FFF2-40B4-BE49-F238E27FC236}">
                <a16:creationId xmlns:a16="http://schemas.microsoft.com/office/drawing/2014/main" id="{2CDD663A-BC34-A484-9438-ACE4FA53FED0}"/>
              </a:ext>
            </a:extLst>
          </p:cNvPr>
          <p:cNvPicPr>
            <a:picLocks noChangeAspect="1"/>
          </p:cNvPicPr>
          <p:nvPr/>
        </p:nvPicPr>
        <p:blipFill>
          <a:blip r:embed="rId3"/>
          <a:srcRect t="10966" b="10966"/>
          <a:stretch/>
        </p:blipFill>
        <p:spPr>
          <a:xfrm>
            <a:off x="310515" y="816758"/>
            <a:ext cx="4070985" cy="5212080"/>
          </a:xfrm>
          <a:prstGeom prst="rect">
            <a:avLst/>
          </a:prstGeom>
        </p:spPr>
      </p:pic>
      <p:grpSp>
        <p:nvGrpSpPr>
          <p:cNvPr id="38" name="Group 37">
            <a:extLst>
              <a:ext uri="{FF2B5EF4-FFF2-40B4-BE49-F238E27FC236}">
                <a16:creationId xmlns:a16="http://schemas.microsoft.com/office/drawing/2014/main" id="{5794F3FB-35E0-9C72-EDAD-57E3C4D0073D}"/>
              </a:ext>
            </a:extLst>
          </p:cNvPr>
          <p:cNvGrpSpPr/>
          <p:nvPr/>
        </p:nvGrpSpPr>
        <p:grpSpPr>
          <a:xfrm>
            <a:off x="-33338" y="6455569"/>
            <a:ext cx="12215812" cy="474107"/>
            <a:chOff x="4762" y="6455569"/>
            <a:chExt cx="12215812" cy="474107"/>
          </a:xfrm>
        </p:grpSpPr>
        <p:sp>
          <p:nvSpPr>
            <p:cNvPr id="33" name="Rectangle 32">
              <a:extLst>
                <a:ext uri="{FF2B5EF4-FFF2-40B4-BE49-F238E27FC236}">
                  <a16:creationId xmlns:a16="http://schemas.microsoft.com/office/drawing/2014/main" id="{FF8B34D1-94A5-52BE-8D51-54142E35431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C55CEB6-62B5-FDB1-88CB-0A17122FB709}"/>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5" name="Text 23">
              <a:extLst>
                <a:ext uri="{FF2B5EF4-FFF2-40B4-BE49-F238E27FC236}">
                  <a16:creationId xmlns:a16="http://schemas.microsoft.com/office/drawing/2014/main" id="{6ADF86D4-4171-4F95-940D-030F89BBAC8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20</a:t>
              </a:r>
            </a:p>
          </p:txBody>
        </p:sp>
        <p:pic>
          <p:nvPicPr>
            <p:cNvPr id="36" name="Picture 35">
              <a:extLst>
                <a:ext uri="{FF2B5EF4-FFF2-40B4-BE49-F238E27FC236}">
                  <a16:creationId xmlns:a16="http://schemas.microsoft.com/office/drawing/2014/main" id="{0FE22E97-DCA8-BBF8-2544-A72AF1A227EC}"/>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7" name="TextBox 36">
              <a:extLst>
                <a:ext uri="{FF2B5EF4-FFF2-40B4-BE49-F238E27FC236}">
                  <a16:creationId xmlns:a16="http://schemas.microsoft.com/office/drawing/2014/main" id="{21732079-570C-6367-5B85-80B3E541B89F}"/>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413387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043E-24BF-F394-F5A3-C8104F39DB7C}"/>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BF4597CE-E7BA-A6DC-8BC8-6ABC336FCCA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D7318189-77B8-74D9-35BC-900E4F8998C1}"/>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4" name="Shape 1">
            <a:extLst>
              <a:ext uri="{FF2B5EF4-FFF2-40B4-BE49-F238E27FC236}">
                <a16:creationId xmlns:a16="http://schemas.microsoft.com/office/drawing/2014/main" id="{61F2B004-845B-0291-EB61-8A12E1DFB110}"/>
              </a:ext>
            </a:extLst>
          </p:cNvPr>
          <p:cNvSpPr/>
          <p:nvPr/>
        </p:nvSpPr>
        <p:spPr>
          <a:xfrm>
            <a:off x="822960" y="594360"/>
            <a:ext cx="2834640" cy="411480"/>
          </a:xfrm>
          <a:prstGeom prst="roundRect">
            <a:avLst/>
          </a:prstGeom>
          <a:solidFill>
            <a:srgbClr val="C8A13C"/>
          </a:solidFill>
          <a:ln w="12700">
            <a:solidFill>
              <a:srgbClr val="C8A13C"/>
            </a:solidFill>
            <a:prstDash val="solid"/>
          </a:ln>
        </p:spPr>
        <p:txBody>
          <a:bodyPr/>
          <a:lstStyle/>
          <a:p>
            <a:endParaRPr lang="en-US"/>
          </a:p>
        </p:txBody>
      </p:sp>
      <p:sp>
        <p:nvSpPr>
          <p:cNvPr id="5" name="Text 2">
            <a:extLst>
              <a:ext uri="{FF2B5EF4-FFF2-40B4-BE49-F238E27FC236}">
                <a16:creationId xmlns:a16="http://schemas.microsoft.com/office/drawing/2014/main" id="{721F3154-935A-B124-1AF2-013F8F7F9189}"/>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4223051B-7F9C-C417-E753-4A8041DFD781}"/>
              </a:ext>
            </a:extLst>
          </p:cNvPr>
          <p:cNvSpPr/>
          <p:nvPr/>
        </p:nvSpPr>
        <p:spPr>
          <a:xfrm>
            <a:off x="548285" y="1391093"/>
            <a:ext cx="10789920" cy="640080"/>
          </a:xfrm>
          <a:prstGeom prst="rect">
            <a:avLst/>
          </a:prstGeom>
          <a:noFill/>
          <a:ln/>
        </p:spPr>
        <p:txBody>
          <a:bodyPr wrap="square" lIns="91440" tIns="45720" rIns="91440" bIns="45720" rtlCol="0" anchor="ctr"/>
          <a:lstStyle/>
          <a:p>
            <a:r>
              <a:rPr lang="en-US" sz="3400" b="1">
                <a:solidFill>
                  <a:schemeClr val="bg1"/>
                </a:solidFill>
                <a:ea typeface="Calibri"/>
                <a:cs typeface="Calibri"/>
              </a:rPr>
              <a:t>Solution: How It Addresses the Problems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E127956A-BECF-F4A7-9A3C-F22F56A17FC0}"/>
              </a:ext>
            </a:extLst>
          </p:cNvPr>
          <p:cNvSpPr/>
          <p:nvPr/>
        </p:nvSpPr>
        <p:spPr>
          <a:xfrm>
            <a:off x="557146" y="1901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46EA18DA-1D24-D3A6-B778-81780C65199A}"/>
              </a:ext>
            </a:extLst>
          </p:cNvPr>
          <p:cNvSpPr/>
          <p:nvPr/>
        </p:nvSpPr>
        <p:spPr>
          <a:xfrm>
            <a:off x="760583" y="2124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B7232BAA-3D88-42A2-1780-E5D51CD580FC}"/>
              </a:ext>
            </a:extLst>
          </p:cNvPr>
          <p:cNvSpPr/>
          <p:nvPr/>
        </p:nvSpPr>
        <p:spPr>
          <a:xfrm>
            <a:off x="760583" y="2243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6C2E11BE-C2BB-742D-C31C-018EFC271640}"/>
              </a:ext>
            </a:extLst>
          </p:cNvPr>
          <p:cNvSpPr/>
          <p:nvPr/>
        </p:nvSpPr>
        <p:spPr>
          <a:xfrm>
            <a:off x="1539240" y="2168334"/>
            <a:ext cx="9716029" cy="718757"/>
          </a:xfrm>
          <a:prstGeom prst="rect">
            <a:avLst/>
          </a:prstGeom>
          <a:noFill/>
          <a:ln/>
        </p:spPr>
        <p:txBody>
          <a:bodyPr wrap="square" lIns="91440" tIns="45720" rIns="91440" bIns="45720" rtlCol="0" anchor="ctr"/>
          <a:lstStyle/>
          <a:p>
            <a:r>
              <a:rPr lang="en-US" b="1">
                <a:ea typeface="+mn-lt"/>
                <a:cs typeface="+mn-lt"/>
              </a:rPr>
              <a:t>Weekly Price Forecasting : </a:t>
            </a:r>
            <a:r>
              <a:rPr lang="en-US">
                <a:ea typeface="+mn-lt"/>
                <a:cs typeface="+mn-lt"/>
              </a:rPr>
              <a:t>The system will predict weekly tea prices by incorporating elevation-specific trends, historical auction data.</a:t>
            </a:r>
          </a:p>
        </p:txBody>
      </p:sp>
      <p:sp>
        <p:nvSpPr>
          <p:cNvPr id="23" name="Shape 20">
            <a:extLst>
              <a:ext uri="{FF2B5EF4-FFF2-40B4-BE49-F238E27FC236}">
                <a16:creationId xmlns:a16="http://schemas.microsoft.com/office/drawing/2014/main" id="{BB4F0ADD-5A9D-C77C-1EF9-47D648CD88F8}"/>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8A822F4B-C54A-55DE-2F01-1A8B47F48194}"/>
              </a:ext>
            </a:extLst>
          </p:cNvPr>
          <p:cNvSpPr/>
          <p:nvPr/>
        </p:nvSpPr>
        <p:spPr>
          <a:xfrm>
            <a:off x="548285" y="3319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7D1814F7-8C45-18B6-FBE2-50000BDEA597}"/>
              </a:ext>
            </a:extLst>
          </p:cNvPr>
          <p:cNvSpPr/>
          <p:nvPr/>
        </p:nvSpPr>
        <p:spPr>
          <a:xfrm>
            <a:off x="751722" y="3541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D0404CBB-B389-B81A-6EEF-1ED9DF95A462}"/>
              </a:ext>
            </a:extLst>
          </p:cNvPr>
          <p:cNvSpPr/>
          <p:nvPr/>
        </p:nvSpPr>
        <p:spPr>
          <a:xfrm>
            <a:off x="751722" y="3660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7A23DA8D-0C85-2C0C-682F-257C3C5A21FC}"/>
              </a:ext>
            </a:extLst>
          </p:cNvPr>
          <p:cNvSpPr/>
          <p:nvPr/>
        </p:nvSpPr>
        <p:spPr>
          <a:xfrm>
            <a:off x="1539239" y="3541707"/>
            <a:ext cx="9999563" cy="736477"/>
          </a:xfrm>
          <a:prstGeom prst="rect">
            <a:avLst/>
          </a:prstGeom>
          <a:noFill/>
          <a:ln/>
        </p:spPr>
        <p:txBody>
          <a:bodyPr wrap="square" lIns="91440" tIns="45720" rIns="91440" bIns="45720" rtlCol="0" anchor="ctr"/>
          <a:lstStyle/>
          <a:p>
            <a:r>
              <a:rPr lang="en-US" b="1">
                <a:ea typeface="+mn-lt"/>
                <a:cs typeface="+mn-lt"/>
              </a:rPr>
              <a:t>Factory-Level Volume Forecasting </a:t>
            </a:r>
            <a:r>
              <a:rPr lang="en-US">
                <a:ea typeface="+mn-lt"/>
                <a:cs typeface="+mn-lt"/>
              </a:rPr>
              <a:t>: The system will forecast weekly tea volumes at factory-level, ensuring that factories can better plan how much tea to send to auction, reducing the risk of oversupply or shortages.</a:t>
            </a:r>
          </a:p>
        </p:txBody>
      </p:sp>
      <p:sp>
        <p:nvSpPr>
          <p:cNvPr id="31" name="Shape 5">
            <a:extLst>
              <a:ext uri="{FF2B5EF4-FFF2-40B4-BE49-F238E27FC236}">
                <a16:creationId xmlns:a16="http://schemas.microsoft.com/office/drawing/2014/main" id="{DAD9E873-C3DC-0E2A-F8F8-BF3B8FFB1A0B}"/>
              </a:ext>
            </a:extLst>
          </p:cNvPr>
          <p:cNvSpPr/>
          <p:nvPr/>
        </p:nvSpPr>
        <p:spPr>
          <a:xfrm>
            <a:off x="574866" y="4798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16CCA6EA-E2B1-59DF-8B84-4F86528AFB14}"/>
              </a:ext>
            </a:extLst>
          </p:cNvPr>
          <p:cNvSpPr/>
          <p:nvPr/>
        </p:nvSpPr>
        <p:spPr>
          <a:xfrm>
            <a:off x="778302" y="5021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5DE1F5D1-F20D-9966-A1D4-57B59F1BA448}"/>
              </a:ext>
            </a:extLst>
          </p:cNvPr>
          <p:cNvSpPr/>
          <p:nvPr/>
        </p:nvSpPr>
        <p:spPr>
          <a:xfrm>
            <a:off x="778302" y="5140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sp>
        <p:nvSpPr>
          <p:cNvPr id="34" name="Text 8">
            <a:extLst>
              <a:ext uri="{FF2B5EF4-FFF2-40B4-BE49-F238E27FC236}">
                <a16:creationId xmlns:a16="http://schemas.microsoft.com/office/drawing/2014/main" id="{426EB893-4D37-E9E6-44C9-C8C4C7AA656C}"/>
              </a:ext>
            </a:extLst>
          </p:cNvPr>
          <p:cNvSpPr/>
          <p:nvPr/>
        </p:nvSpPr>
        <p:spPr>
          <a:xfrm>
            <a:off x="1539239" y="5065705"/>
            <a:ext cx="9716029" cy="718757"/>
          </a:xfrm>
          <a:prstGeom prst="rect">
            <a:avLst/>
          </a:prstGeom>
          <a:noFill/>
          <a:ln/>
        </p:spPr>
        <p:txBody>
          <a:bodyPr wrap="square" lIns="91440" tIns="45720" rIns="91440" bIns="45720" rtlCol="0" anchor="ctr"/>
          <a:lstStyle/>
          <a:p>
            <a:r>
              <a:rPr lang="en-US" b="1">
                <a:ea typeface="+mn-lt"/>
                <a:cs typeface="+mn-lt"/>
              </a:rPr>
              <a:t>Smart Auction Simulation</a:t>
            </a:r>
            <a:r>
              <a:rPr lang="en-US">
                <a:ea typeface="+mn-lt"/>
                <a:cs typeface="+mn-lt"/>
              </a:rPr>
              <a:t>: By simulating auction dynamics with multi-agent systems, the solution will help factories, brokers, and buyers predict price fluctuations, demand behavior, and make better auction decisions.</a:t>
            </a:r>
          </a:p>
        </p:txBody>
      </p:sp>
      <p:grpSp>
        <p:nvGrpSpPr>
          <p:cNvPr id="44" name="Group 43">
            <a:extLst>
              <a:ext uri="{FF2B5EF4-FFF2-40B4-BE49-F238E27FC236}">
                <a16:creationId xmlns:a16="http://schemas.microsoft.com/office/drawing/2014/main" id="{FB947AB6-EC68-E2AC-3F75-97E3A260E15B}"/>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5B594BD1-905A-5A4F-3F92-0C7F618E5BF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B8B7023-1EB5-36CF-9BF7-84AD9CDA93B6}"/>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59155B19-A01D-E093-FBCB-1CF581E8F99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21</a:t>
              </a:r>
            </a:p>
          </p:txBody>
        </p:sp>
        <p:pic>
          <p:nvPicPr>
            <p:cNvPr id="42" name="Picture 41">
              <a:extLst>
                <a:ext uri="{FF2B5EF4-FFF2-40B4-BE49-F238E27FC236}">
                  <a16:creationId xmlns:a16="http://schemas.microsoft.com/office/drawing/2014/main" id="{28FE9AF2-0482-9F4D-1DE9-960A4C3670DF}"/>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578A8934-2D57-F199-9062-9CC4FD0C88A6}"/>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417827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6564E66B-2149-BB54-F1C7-0D6AD96D27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291A2D-62D6-8839-7120-C8050622FDDD}"/>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SYSTEM DIAGRAM</a:t>
            </a:r>
            <a:endParaRPr lang="en-US" sz="3400">
              <a:latin typeface="Calibri"/>
              <a:ea typeface="Calibri"/>
              <a:cs typeface="Calibri"/>
            </a:endParaRPr>
          </a:p>
        </p:txBody>
      </p:sp>
      <p:sp>
        <p:nvSpPr>
          <p:cNvPr id="26" name="Shape 24">
            <a:extLst>
              <a:ext uri="{FF2B5EF4-FFF2-40B4-BE49-F238E27FC236}">
                <a16:creationId xmlns:a16="http://schemas.microsoft.com/office/drawing/2014/main" id="{59881D86-DF0D-5724-A511-B245C296EC89}"/>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8" name="Text 26">
            <a:extLst>
              <a:ext uri="{FF2B5EF4-FFF2-40B4-BE49-F238E27FC236}">
                <a16:creationId xmlns:a16="http://schemas.microsoft.com/office/drawing/2014/main" id="{9F3E01D8-046D-9BA2-F47A-F4F3934034EC}"/>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7">
            <a:extLst>
              <a:ext uri="{FF2B5EF4-FFF2-40B4-BE49-F238E27FC236}">
                <a16:creationId xmlns:a16="http://schemas.microsoft.com/office/drawing/2014/main" id="{C7477437-C463-7A04-816A-7C4E78648D9C}"/>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6</a:t>
            </a:r>
            <a:endParaRPr lang="en-US" sz="1000"/>
          </a:p>
        </p:txBody>
      </p:sp>
      <p:pic>
        <p:nvPicPr>
          <p:cNvPr id="31" name="Picture 30" descr="A diagram of a model&#10;&#10;AI-generated content may be incorrect.">
            <a:extLst>
              <a:ext uri="{FF2B5EF4-FFF2-40B4-BE49-F238E27FC236}">
                <a16:creationId xmlns:a16="http://schemas.microsoft.com/office/drawing/2014/main" id="{A6438A7A-4DC9-E4B6-6C47-840C6FEDCBBB}"/>
              </a:ext>
            </a:extLst>
          </p:cNvPr>
          <p:cNvPicPr>
            <a:picLocks noChangeAspect="1"/>
          </p:cNvPicPr>
          <p:nvPr/>
        </p:nvPicPr>
        <p:blipFill>
          <a:blip r:embed="rId3"/>
          <a:stretch>
            <a:fillRect/>
          </a:stretch>
        </p:blipFill>
        <p:spPr>
          <a:xfrm>
            <a:off x="419100" y="1538288"/>
            <a:ext cx="11353800" cy="4305300"/>
          </a:xfrm>
          <a:prstGeom prst="rect">
            <a:avLst/>
          </a:prstGeom>
          <a:ln>
            <a:solidFill>
              <a:schemeClr val="tx1"/>
            </a:solidFill>
          </a:ln>
        </p:spPr>
      </p:pic>
      <p:grpSp>
        <p:nvGrpSpPr>
          <p:cNvPr id="38" name="Group 37">
            <a:extLst>
              <a:ext uri="{FF2B5EF4-FFF2-40B4-BE49-F238E27FC236}">
                <a16:creationId xmlns:a16="http://schemas.microsoft.com/office/drawing/2014/main" id="{A1C89820-B8D4-56AD-7FAF-5360FDA4B035}"/>
              </a:ext>
            </a:extLst>
          </p:cNvPr>
          <p:cNvGrpSpPr/>
          <p:nvPr/>
        </p:nvGrpSpPr>
        <p:grpSpPr>
          <a:xfrm>
            <a:off x="-4763" y="6455569"/>
            <a:ext cx="12215812" cy="474107"/>
            <a:chOff x="4762" y="6455569"/>
            <a:chExt cx="12215812" cy="474107"/>
          </a:xfrm>
        </p:grpSpPr>
        <p:sp>
          <p:nvSpPr>
            <p:cNvPr id="33" name="Rectangle 32">
              <a:extLst>
                <a:ext uri="{FF2B5EF4-FFF2-40B4-BE49-F238E27FC236}">
                  <a16:creationId xmlns:a16="http://schemas.microsoft.com/office/drawing/2014/main" id="{1D0D90CC-8775-851D-11AA-5405116FAD3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EDF4A9D-73EF-AF13-D373-9F1FA145A4F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5" name="Text 23">
              <a:extLst>
                <a:ext uri="{FF2B5EF4-FFF2-40B4-BE49-F238E27FC236}">
                  <a16:creationId xmlns:a16="http://schemas.microsoft.com/office/drawing/2014/main" id="{DCA502DE-B6A6-2060-5862-7FE57E85BFE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22</a:t>
              </a:r>
            </a:p>
          </p:txBody>
        </p:sp>
        <p:pic>
          <p:nvPicPr>
            <p:cNvPr id="36" name="Picture 35">
              <a:extLst>
                <a:ext uri="{FF2B5EF4-FFF2-40B4-BE49-F238E27FC236}">
                  <a16:creationId xmlns:a16="http://schemas.microsoft.com/office/drawing/2014/main" id="{74D0C978-411D-BE7F-4575-BBB43B6A31D2}"/>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7" name="TextBox 36">
              <a:extLst>
                <a:ext uri="{FF2B5EF4-FFF2-40B4-BE49-F238E27FC236}">
                  <a16:creationId xmlns:a16="http://schemas.microsoft.com/office/drawing/2014/main" id="{90725BBA-9AE5-F3B8-998C-CC913944B90C}"/>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2528552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7873779C-6394-1181-5D6D-5F06F736E3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BB4EFD-8CC9-A10E-92FB-6EF11081D665}"/>
              </a:ext>
            </a:extLst>
          </p:cNvPr>
          <p:cNvSpPr/>
          <p:nvPr/>
        </p:nvSpPr>
        <p:spPr>
          <a:xfrm>
            <a:off x="699135" y="622935"/>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5" name="Text 3">
            <a:extLst>
              <a:ext uri="{FF2B5EF4-FFF2-40B4-BE49-F238E27FC236}">
                <a16:creationId xmlns:a16="http://schemas.microsoft.com/office/drawing/2014/main" id="{4255B12E-6812-428F-5BB2-36E7662E405B}"/>
              </a:ext>
            </a:extLst>
          </p:cNvPr>
          <p:cNvSpPr/>
          <p:nvPr/>
        </p:nvSpPr>
        <p:spPr>
          <a:xfrm>
            <a:off x="819150" y="2009775"/>
            <a:ext cx="10292715" cy="1870710"/>
          </a:xfrm>
          <a:prstGeom prst="rect">
            <a:avLst/>
          </a:prstGeom>
          <a:noFill/>
          <a:ln/>
        </p:spPr>
        <p:txBody>
          <a:bodyPr wrap="square" lIns="91440" tIns="45720" rIns="91440" bIns="45720" rtlCol="0" anchor="ctr"/>
          <a:lstStyle/>
          <a:p>
            <a:r>
              <a:rPr lang="en-US" b="1"/>
              <a:t>Data Collection</a:t>
            </a:r>
            <a:r>
              <a:rPr lang="en-US"/>
              <a:t>:</a:t>
            </a:r>
          </a:p>
          <a:p>
            <a:pPr marL="285750" indent="-285750">
              <a:buFont typeface="Arial"/>
              <a:buChar char="•"/>
            </a:pPr>
            <a:r>
              <a:rPr lang="en-US" b="1">
                <a:ea typeface="+mn-lt"/>
                <a:cs typeface="+mn-lt"/>
              </a:rPr>
              <a:t>Time Period</a:t>
            </a:r>
            <a:r>
              <a:rPr lang="en-US">
                <a:ea typeface="+mn-lt"/>
                <a:cs typeface="+mn-lt"/>
              </a:rPr>
              <a:t>: Weekly data from 2023 to 2025.</a:t>
            </a:r>
            <a:endParaRPr lang="en-US"/>
          </a:p>
          <a:p>
            <a:endParaRPr lang="en-US">
              <a:ea typeface="+mn-lt"/>
              <a:cs typeface="+mn-lt"/>
            </a:endParaRPr>
          </a:p>
          <a:p>
            <a:r>
              <a:rPr lang="en-US" b="1"/>
              <a:t>Preprocessing</a:t>
            </a:r>
            <a:r>
              <a:rPr lang="en-US"/>
              <a:t>:</a:t>
            </a:r>
            <a:endParaRPr lang="en-US">
              <a:ea typeface="Calibri"/>
              <a:cs typeface="Calibri"/>
            </a:endParaRPr>
          </a:p>
          <a:p>
            <a:pPr marL="285750" indent="-285750">
              <a:buFont typeface="Arial"/>
              <a:buChar char="•"/>
            </a:pPr>
            <a:r>
              <a:rPr lang="en-US" b="1">
                <a:ea typeface="+mn-lt"/>
                <a:cs typeface="+mn-lt"/>
              </a:rPr>
              <a:t>Data Cleaning</a:t>
            </a:r>
            <a:endParaRPr lang="en-US">
              <a:ea typeface="+mn-lt"/>
              <a:cs typeface="+mn-lt"/>
            </a:endParaRPr>
          </a:p>
          <a:p>
            <a:pPr marL="285750" indent="-285750">
              <a:buFont typeface="Arial"/>
              <a:buChar char="•"/>
            </a:pPr>
            <a:r>
              <a:rPr lang="en-US" b="1">
                <a:ea typeface="+mn-lt"/>
                <a:cs typeface="+mn-lt"/>
              </a:rPr>
              <a:t>Feature Engineering</a:t>
            </a:r>
            <a:r>
              <a:rPr lang="en-US">
                <a:ea typeface="+mn-lt"/>
                <a:cs typeface="+mn-lt"/>
              </a:rPr>
              <a:t>: Calculate total quantity , total value  and average price.</a:t>
            </a:r>
          </a:p>
          <a:p>
            <a:pPr marL="285750" indent="-285750">
              <a:buFont typeface="Arial"/>
              <a:buChar char="•"/>
            </a:pPr>
            <a:r>
              <a:rPr lang="en-US" b="1">
                <a:ea typeface="+mn-lt"/>
                <a:cs typeface="+mn-lt"/>
              </a:rPr>
              <a:t>Rolling Forecast</a:t>
            </a:r>
            <a:r>
              <a:rPr lang="en-US">
                <a:ea typeface="+mn-lt"/>
                <a:cs typeface="+mn-lt"/>
              </a:rPr>
              <a:t>: Use rolling forecasts for week-by-week price predictions, updating the</a:t>
            </a:r>
            <a:endParaRPr lang="en-US"/>
          </a:p>
          <a:p>
            <a:pPr marL="285750" indent="-285750">
              <a:buFont typeface="Arial"/>
              <a:buChar char="•"/>
            </a:pPr>
            <a:r>
              <a:rPr lang="en-US">
                <a:ea typeface="+mn-lt"/>
                <a:cs typeface="+mn-lt"/>
              </a:rPr>
              <a:t> model with actual observed values.</a:t>
            </a:r>
            <a:endParaRPr lang="en-US"/>
          </a:p>
          <a:p>
            <a:endParaRPr lang="en-US">
              <a:ea typeface="+mn-lt"/>
              <a:cs typeface="+mn-lt"/>
            </a:endParaRPr>
          </a:p>
          <a:p>
            <a:endParaRPr lang="en-US">
              <a:ea typeface="Calibri"/>
              <a:cs typeface="Calibri"/>
            </a:endParaRPr>
          </a:p>
        </p:txBody>
      </p:sp>
      <p:sp>
        <p:nvSpPr>
          <p:cNvPr id="13" name="Shape 10">
            <a:extLst>
              <a:ext uri="{FF2B5EF4-FFF2-40B4-BE49-F238E27FC236}">
                <a16:creationId xmlns:a16="http://schemas.microsoft.com/office/drawing/2014/main" id="{56BB5C46-364D-E790-F04B-3478B8ED5413}"/>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D5D07189-947D-4477-BC96-99B4037029D1}"/>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93BDD5DF-4932-9414-C699-C68BBD0F12FE}"/>
              </a:ext>
            </a:extLst>
          </p:cNvPr>
          <p:cNvSpPr/>
          <p:nvPr/>
        </p:nvSpPr>
        <p:spPr>
          <a:xfrm>
            <a:off x="819150" y="4495800"/>
            <a:ext cx="10788015" cy="1870710"/>
          </a:xfrm>
          <a:prstGeom prst="rect">
            <a:avLst/>
          </a:prstGeom>
          <a:noFill/>
          <a:ln/>
        </p:spPr>
        <p:txBody>
          <a:bodyPr wrap="square" lIns="91440" tIns="45720" rIns="91440" bIns="45720" rtlCol="0" anchor="ctr"/>
          <a:lstStyle/>
          <a:p>
            <a:r>
              <a:rPr lang="en-US" b="1"/>
              <a:t>Modeling</a:t>
            </a:r>
            <a:r>
              <a:rPr lang="en-US"/>
              <a:t>:</a:t>
            </a:r>
          </a:p>
          <a:p>
            <a:pPr marL="285750" indent="-285750">
              <a:buFont typeface="Arial"/>
              <a:buChar char="•"/>
            </a:pPr>
            <a:r>
              <a:rPr lang="en-US" b="1">
                <a:ea typeface="+mn-lt"/>
                <a:cs typeface="+mn-lt"/>
              </a:rPr>
              <a:t>Models</a:t>
            </a:r>
            <a:r>
              <a:rPr lang="en-US">
                <a:ea typeface="+mn-lt"/>
                <a:cs typeface="+mn-lt"/>
              </a:rPr>
              <a:t>: Use transfer learning with Arima, SARIMAX, Random Forest</a:t>
            </a:r>
            <a:r>
              <a:rPr lang="en-US" b="1">
                <a:ea typeface="+mn-lt"/>
                <a:cs typeface="+mn-lt"/>
              </a:rPr>
              <a:t> ,</a:t>
            </a:r>
            <a:r>
              <a:rPr lang="en-US">
                <a:ea typeface="+mn-lt"/>
                <a:cs typeface="+mn-lt"/>
              </a:rPr>
              <a:t>Catboost models for price and volume forecasting.</a:t>
            </a:r>
            <a:endParaRPr lang="en-US"/>
          </a:p>
          <a:p>
            <a:endParaRPr lang="en-US">
              <a:ea typeface="+mn-lt"/>
              <a:cs typeface="+mn-lt"/>
            </a:endParaRPr>
          </a:p>
          <a:p>
            <a:r>
              <a:rPr lang="en-US" b="1"/>
              <a:t>Simulation </a:t>
            </a:r>
            <a:r>
              <a:rPr lang="en-US" b="1">
                <a:ea typeface="+mn-lt"/>
                <a:cs typeface="+mn-lt"/>
              </a:rPr>
              <a:t>Multi-Agent Simulation</a:t>
            </a:r>
            <a:r>
              <a:rPr lang="en-US">
                <a:ea typeface="+mn-lt"/>
                <a:cs typeface="+mn-lt"/>
              </a:rPr>
              <a:t>: </a:t>
            </a:r>
          </a:p>
          <a:p>
            <a:pPr marL="285750" indent="-285750">
              <a:buFont typeface="Arial"/>
              <a:buChar char="•"/>
            </a:pPr>
            <a:r>
              <a:rPr lang="en-US">
                <a:ea typeface="+mn-lt"/>
                <a:cs typeface="+mn-lt"/>
              </a:rPr>
              <a:t>Model auction participants (factories, brokers, buyers) using agent-based modeling (MAS) to simulate auction behaviors and decision-making.</a:t>
            </a:r>
            <a:endParaRPr lang="en-US">
              <a:ea typeface="Calibri" panose="020F0502020204030204"/>
              <a:cs typeface="Calibri" panose="020F0502020204030204"/>
            </a:endParaRPr>
          </a:p>
          <a:p>
            <a:endParaRPr lang="en-US">
              <a:ea typeface="+mn-lt"/>
              <a:cs typeface="+mn-lt"/>
            </a:endParaRPr>
          </a:p>
          <a:p>
            <a:endParaRPr lang="en-US">
              <a:ea typeface="+mn-lt"/>
              <a:cs typeface="+mn-lt"/>
            </a:endParaRPr>
          </a:p>
          <a:p>
            <a:endParaRPr lang="en-US">
              <a:ea typeface="+mn-lt"/>
              <a:cs typeface="+mn-lt"/>
            </a:endParaRPr>
          </a:p>
        </p:txBody>
      </p:sp>
      <p:grpSp>
        <p:nvGrpSpPr>
          <p:cNvPr id="23" name="Group 22">
            <a:extLst>
              <a:ext uri="{FF2B5EF4-FFF2-40B4-BE49-F238E27FC236}">
                <a16:creationId xmlns:a16="http://schemas.microsoft.com/office/drawing/2014/main" id="{43AE74BF-C781-775C-6A74-0B0B631DA3F3}"/>
              </a:ext>
            </a:extLst>
          </p:cNvPr>
          <p:cNvGrpSpPr/>
          <p:nvPr/>
        </p:nvGrpSpPr>
        <p:grpSpPr>
          <a:xfrm>
            <a:off x="-4763" y="6455569"/>
            <a:ext cx="12215812" cy="474107"/>
            <a:chOff x="4762" y="6455569"/>
            <a:chExt cx="12215812" cy="474107"/>
          </a:xfrm>
        </p:grpSpPr>
        <p:sp>
          <p:nvSpPr>
            <p:cNvPr id="18" name="Rectangle 17">
              <a:extLst>
                <a:ext uri="{FF2B5EF4-FFF2-40B4-BE49-F238E27FC236}">
                  <a16:creationId xmlns:a16="http://schemas.microsoft.com/office/drawing/2014/main" id="{C65DB4F8-BCC7-A8BF-8FE3-7AB012687228}"/>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98EF692-9D98-FE51-5C52-AC05D061B38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0" name="Text 23">
              <a:extLst>
                <a:ext uri="{FF2B5EF4-FFF2-40B4-BE49-F238E27FC236}">
                  <a16:creationId xmlns:a16="http://schemas.microsoft.com/office/drawing/2014/main" id="{FF9F1AD6-A0C7-81E0-99A7-C12E16D6E05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23</a:t>
              </a:r>
            </a:p>
          </p:txBody>
        </p:sp>
        <p:pic>
          <p:nvPicPr>
            <p:cNvPr id="21" name="Picture 20">
              <a:extLst>
                <a:ext uri="{FF2B5EF4-FFF2-40B4-BE49-F238E27FC236}">
                  <a16:creationId xmlns:a16="http://schemas.microsoft.com/office/drawing/2014/main" id="{222531AC-4DFD-9552-265C-0A65D8451B25}"/>
                </a:ext>
              </a:extLst>
            </p:cNvPr>
            <p:cNvPicPr>
              <a:picLocks noChangeAspect="1"/>
            </p:cNvPicPr>
            <p:nvPr/>
          </p:nvPicPr>
          <p:blipFill>
            <a:blip r:embed="rId3"/>
            <a:stretch>
              <a:fillRect/>
            </a:stretch>
          </p:blipFill>
          <p:spPr>
            <a:xfrm>
              <a:off x="109538" y="6500813"/>
              <a:ext cx="2371725" cy="381000"/>
            </a:xfrm>
            <a:prstGeom prst="rect">
              <a:avLst/>
            </a:prstGeom>
          </p:spPr>
        </p:pic>
        <p:sp>
          <p:nvSpPr>
            <p:cNvPr id="22" name="TextBox 21">
              <a:extLst>
                <a:ext uri="{FF2B5EF4-FFF2-40B4-BE49-F238E27FC236}">
                  <a16:creationId xmlns:a16="http://schemas.microsoft.com/office/drawing/2014/main" id="{47959F4B-19C5-91D9-0E88-12A25C59E4A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2269086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613F145D-F129-3F93-6902-466222D1C8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281014-6334-E3BB-7874-D0633FDCC1B5}"/>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latin typeface="Calibri"/>
                <a:ea typeface="Calibri"/>
                <a:cs typeface="Calibri"/>
              </a:rPr>
              <a:t>Technologies</a:t>
            </a:r>
            <a:endParaRPr lang="en-US" sz="3400">
              <a:ea typeface="Calibri"/>
              <a:cs typeface="Calibri"/>
            </a:endParaRPr>
          </a:p>
        </p:txBody>
      </p:sp>
      <p:sp>
        <p:nvSpPr>
          <p:cNvPr id="5" name="Text 3">
            <a:extLst>
              <a:ext uri="{FF2B5EF4-FFF2-40B4-BE49-F238E27FC236}">
                <a16:creationId xmlns:a16="http://schemas.microsoft.com/office/drawing/2014/main" id="{E6793A57-5225-2AC6-72E8-76A8D1FB2528}"/>
              </a:ext>
            </a:extLst>
          </p:cNvPr>
          <p:cNvSpPr/>
          <p:nvPr/>
        </p:nvSpPr>
        <p:spPr>
          <a:xfrm>
            <a:off x="933450" y="1562100"/>
            <a:ext cx="4568190" cy="1870710"/>
          </a:xfrm>
          <a:prstGeom prst="rect">
            <a:avLst/>
          </a:prstGeom>
          <a:noFill/>
          <a:ln/>
        </p:spPr>
        <p:txBody>
          <a:bodyPr wrap="square" lIns="91440" tIns="45720" rIns="91440" bIns="45720" rtlCol="0" anchor="ctr"/>
          <a:lstStyle/>
          <a:p>
            <a:pPr marL="285750" indent="-285750">
              <a:buFont typeface="Arial"/>
              <a:buChar char="•"/>
            </a:pPr>
            <a:r>
              <a:rPr lang="en-US" sz="2200">
                <a:ea typeface="+mn-lt"/>
                <a:cs typeface="+mn-lt"/>
              </a:rPr>
              <a:t> Python </a:t>
            </a:r>
            <a:endParaRPr lang="en-US" sz="2200">
              <a:ea typeface="Calibri" panose="020F0502020204030204"/>
              <a:cs typeface="Calibri" panose="020F0502020204030204"/>
            </a:endParaRPr>
          </a:p>
          <a:p>
            <a:pPr marL="285750" indent="-285750">
              <a:buFont typeface="Arial"/>
              <a:buChar char="•"/>
            </a:pPr>
            <a:r>
              <a:rPr lang="en-US" sz="2200">
                <a:ea typeface="+mn-lt"/>
                <a:cs typeface="+mn-lt"/>
              </a:rPr>
              <a:t> Scikit-learn </a:t>
            </a:r>
          </a:p>
          <a:p>
            <a:pPr marL="285750" indent="-285750">
              <a:buFont typeface="Arial"/>
              <a:buChar char="•"/>
            </a:pPr>
            <a:r>
              <a:rPr lang="en-US" sz="2200">
                <a:ea typeface="+mn-lt"/>
                <a:cs typeface="+mn-lt"/>
              </a:rPr>
              <a:t> Time series models</a:t>
            </a:r>
            <a:endParaRPr lang="en-US" sz="2200">
              <a:ea typeface="Calibri"/>
              <a:cs typeface="Calibri"/>
            </a:endParaRPr>
          </a:p>
          <a:p>
            <a:pPr marL="285750" indent="-285750">
              <a:buFont typeface="Arial"/>
              <a:buChar char="•"/>
            </a:pPr>
            <a:r>
              <a:rPr lang="en-US" sz="2200">
                <a:ea typeface="+mn-lt"/>
                <a:cs typeface="+mn-lt"/>
              </a:rPr>
              <a:t> Multi-Agent System (MAS)</a:t>
            </a:r>
            <a:endParaRPr lang="en-US" sz="2200">
              <a:ea typeface="Calibri"/>
              <a:cs typeface="Calibri"/>
            </a:endParaRPr>
          </a:p>
          <a:p>
            <a:pPr marL="285750" indent="-285750">
              <a:buFont typeface="Arial"/>
              <a:buChar char="•"/>
            </a:pPr>
            <a:r>
              <a:rPr lang="en-US" sz="2200">
                <a:highlight>
                  <a:srgbClr val="FFFFFF"/>
                </a:highlight>
                <a:ea typeface="+mn-lt"/>
                <a:cs typeface="+mn-lt"/>
              </a:rPr>
              <a:t> </a:t>
            </a:r>
            <a:r>
              <a:rPr lang="en-US" sz="2200" err="1">
                <a:highlight>
                  <a:srgbClr val="FFFFFF"/>
                </a:highlight>
                <a:ea typeface="+mn-lt"/>
                <a:cs typeface="+mn-lt"/>
              </a:rPr>
              <a:t>Streamlit</a:t>
            </a:r>
            <a:r>
              <a:rPr lang="en-US" sz="2200">
                <a:highlight>
                  <a:srgbClr val="FFFFFF"/>
                </a:highlight>
                <a:ea typeface="+mn-lt"/>
                <a:cs typeface="+mn-lt"/>
              </a:rPr>
              <a:t> </a:t>
            </a:r>
          </a:p>
          <a:p>
            <a:pPr marL="285750" indent="-285750">
              <a:buFont typeface="Arial"/>
              <a:buChar char="•"/>
            </a:pPr>
            <a:r>
              <a:rPr lang="en-US" sz="2200">
                <a:highlight>
                  <a:srgbClr val="FFFFFF"/>
                </a:highlight>
                <a:ea typeface="+mn-lt"/>
                <a:cs typeface="+mn-lt"/>
              </a:rPr>
              <a:t>DQN(Deep Q-Network )</a:t>
            </a:r>
          </a:p>
        </p:txBody>
      </p:sp>
      <p:sp>
        <p:nvSpPr>
          <p:cNvPr id="13" name="Shape 10">
            <a:extLst>
              <a:ext uri="{FF2B5EF4-FFF2-40B4-BE49-F238E27FC236}">
                <a16:creationId xmlns:a16="http://schemas.microsoft.com/office/drawing/2014/main" id="{20741CC6-BFFA-06B8-3E34-B7C86482789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35984247-42A2-D163-A4AB-CB4E5343610E}"/>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83EA6BFB-04A0-21FA-76F4-E38C068BB20A}"/>
              </a:ext>
            </a:extLst>
          </p:cNvPr>
          <p:cNvSpPr/>
          <p:nvPr/>
        </p:nvSpPr>
        <p:spPr>
          <a:xfrm>
            <a:off x="819150" y="4495800"/>
            <a:ext cx="10788015" cy="1870710"/>
          </a:xfrm>
          <a:prstGeom prst="rect">
            <a:avLst/>
          </a:prstGeom>
          <a:noFill/>
          <a:ln/>
        </p:spPr>
        <p:txBody>
          <a:bodyPr wrap="square" lIns="91440" tIns="45720" rIns="91440" bIns="45720" rtlCol="0" anchor="ctr"/>
          <a:lstStyle/>
          <a:p>
            <a:endParaRPr lang="en-US">
              <a:ea typeface="+mn-lt"/>
              <a:cs typeface="+mn-lt"/>
            </a:endParaRPr>
          </a:p>
        </p:txBody>
      </p:sp>
      <p:grpSp>
        <p:nvGrpSpPr>
          <p:cNvPr id="17" name="Group 16">
            <a:extLst>
              <a:ext uri="{FF2B5EF4-FFF2-40B4-BE49-F238E27FC236}">
                <a16:creationId xmlns:a16="http://schemas.microsoft.com/office/drawing/2014/main" id="{E29DCDBF-116C-924D-5121-103476163DCF}"/>
              </a:ext>
            </a:extLst>
          </p:cNvPr>
          <p:cNvGrpSpPr/>
          <p:nvPr/>
        </p:nvGrpSpPr>
        <p:grpSpPr>
          <a:xfrm>
            <a:off x="-4763" y="6455569"/>
            <a:ext cx="12215812" cy="474107"/>
            <a:chOff x="4762" y="6455569"/>
            <a:chExt cx="12215812" cy="474107"/>
          </a:xfrm>
        </p:grpSpPr>
        <p:sp>
          <p:nvSpPr>
            <p:cNvPr id="10" name="Rectangle 9">
              <a:extLst>
                <a:ext uri="{FF2B5EF4-FFF2-40B4-BE49-F238E27FC236}">
                  <a16:creationId xmlns:a16="http://schemas.microsoft.com/office/drawing/2014/main" id="{117BC9A4-84E3-5802-2EC5-E6DDF5820112}"/>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680742B-04B8-CDEC-F31F-276B8A037636}"/>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2" name="Text 23">
              <a:extLst>
                <a:ext uri="{FF2B5EF4-FFF2-40B4-BE49-F238E27FC236}">
                  <a16:creationId xmlns:a16="http://schemas.microsoft.com/office/drawing/2014/main" id="{BCF8C5FC-4C39-BDD7-2143-3BFC658B54B0}"/>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24</a:t>
              </a:r>
            </a:p>
          </p:txBody>
        </p:sp>
        <p:pic>
          <p:nvPicPr>
            <p:cNvPr id="14" name="Picture 13">
              <a:extLst>
                <a:ext uri="{FF2B5EF4-FFF2-40B4-BE49-F238E27FC236}">
                  <a16:creationId xmlns:a16="http://schemas.microsoft.com/office/drawing/2014/main" id="{BD88DD26-75EC-6955-BA82-580CE0FFF4D1}"/>
                </a:ext>
              </a:extLst>
            </p:cNvPr>
            <p:cNvPicPr>
              <a:picLocks noChangeAspect="1"/>
            </p:cNvPicPr>
            <p:nvPr/>
          </p:nvPicPr>
          <p:blipFill>
            <a:blip r:embed="rId3"/>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6ED6B64C-A6EA-EB9E-8819-98F964C1C06C}"/>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pic>
        <p:nvPicPr>
          <p:cNvPr id="4" name="Image 0" descr="A green hills with a house in the distance with Banaue Rice Terraces in the background&#10;&#10;AI-generated content may be incorrect.">
            <a:extLst>
              <a:ext uri="{FF2B5EF4-FFF2-40B4-BE49-F238E27FC236}">
                <a16:creationId xmlns:a16="http://schemas.microsoft.com/office/drawing/2014/main" id="{0BBD8646-C95A-7C29-ACEF-1C6B2759EAFA}"/>
              </a:ext>
            </a:extLst>
          </p:cNvPr>
          <p:cNvPicPr>
            <a:picLocks noChangeAspect="1"/>
          </p:cNvPicPr>
          <p:nvPr/>
        </p:nvPicPr>
        <p:blipFill>
          <a:blip r:embed="rId4"/>
          <a:srcRect t="10966" b="10966"/>
          <a:stretch/>
        </p:blipFill>
        <p:spPr>
          <a:xfrm>
            <a:off x="6101715" y="826283"/>
            <a:ext cx="4070985" cy="5212080"/>
          </a:xfrm>
          <a:prstGeom prst="rect">
            <a:avLst/>
          </a:prstGeom>
        </p:spPr>
      </p:pic>
    </p:spTree>
    <p:extLst>
      <p:ext uri="{BB962C8B-B14F-4D97-AF65-F5344CB8AC3E}">
        <p14:creationId xmlns:p14="http://schemas.microsoft.com/office/powerpoint/2010/main" val="1862721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1FF28-D0BF-67E5-C7B0-13646216282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CB61052-4788-2AC6-5AF5-609C8D047804}"/>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FC24ED5B-627C-6E64-82F4-53C3C1BC1937}"/>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AA902726-E3E1-EAF0-B50E-FF4B26102C92}"/>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583D4888-E5CF-6EE5-98B4-0C76BCA06972}"/>
              </a:ext>
            </a:extLst>
          </p:cNvPr>
          <p:cNvSpPr/>
          <p:nvPr/>
        </p:nvSpPr>
        <p:spPr>
          <a:xfrm>
            <a:off x="472085" y="981518"/>
            <a:ext cx="10789920" cy="640080"/>
          </a:xfrm>
          <a:prstGeom prst="rect">
            <a:avLst/>
          </a:prstGeom>
          <a:noFill/>
          <a:ln/>
        </p:spPr>
        <p:txBody>
          <a:bodyPr wrap="square" lIns="91440" tIns="45720" rIns="91440" bIns="45720" rtlCol="0" anchor="ctr"/>
          <a:lstStyle/>
          <a:p>
            <a:r>
              <a:rPr lang="en-US" sz="3400" b="1">
                <a:solidFill>
                  <a:schemeClr val="bg1"/>
                </a:solidFill>
              </a:rPr>
              <a:t>Current Enhancement Methods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F186EEF2-80BF-FEE5-3FF6-140DDB7F3875}"/>
              </a:ext>
            </a:extLst>
          </p:cNvPr>
          <p:cNvSpPr/>
          <p:nvPr/>
        </p:nvSpPr>
        <p:spPr>
          <a:xfrm>
            <a:off x="557146" y="1520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BEEDEE80-3EAB-BC08-63F9-29F8022F9C5F}"/>
              </a:ext>
            </a:extLst>
          </p:cNvPr>
          <p:cNvSpPr/>
          <p:nvPr/>
        </p:nvSpPr>
        <p:spPr>
          <a:xfrm>
            <a:off x="760583" y="1743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FDBE49BE-A1B8-0257-005C-9447FCC34556}"/>
              </a:ext>
            </a:extLst>
          </p:cNvPr>
          <p:cNvSpPr/>
          <p:nvPr/>
        </p:nvSpPr>
        <p:spPr>
          <a:xfrm>
            <a:off x="760583" y="1862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261DAC45-7166-FE44-1102-AF2631F45B8E}"/>
              </a:ext>
            </a:extLst>
          </p:cNvPr>
          <p:cNvSpPr/>
          <p:nvPr/>
        </p:nvSpPr>
        <p:spPr>
          <a:xfrm>
            <a:off x="1539240" y="1863534"/>
            <a:ext cx="9716029" cy="718757"/>
          </a:xfrm>
          <a:prstGeom prst="rect">
            <a:avLst/>
          </a:prstGeom>
          <a:noFill/>
          <a:ln/>
        </p:spPr>
        <p:txBody>
          <a:bodyPr wrap="square" lIns="91440" tIns="45720" rIns="91440" bIns="45720" rtlCol="0" anchor="ctr"/>
          <a:lstStyle/>
          <a:p>
            <a:r>
              <a:rPr lang="en-US" b="1"/>
              <a:t>Price Forecasting :</a:t>
            </a:r>
            <a:r>
              <a:rPr lang="en-US"/>
              <a:t> Three</a:t>
            </a:r>
            <a:r>
              <a:rPr lang="en-US">
                <a:ea typeface="+mn-lt"/>
                <a:cs typeface="+mn-lt"/>
              </a:rPr>
              <a:t> Separate Models Created three separate price forecasting models for Low, Mid, and High-grown tea regions to provide localized price predictions.</a:t>
            </a:r>
          </a:p>
          <a:p>
            <a:endParaRPr lang="en-US">
              <a:ea typeface="+mn-lt"/>
              <a:cs typeface="+mn-lt"/>
            </a:endParaRPr>
          </a:p>
        </p:txBody>
      </p:sp>
      <p:sp>
        <p:nvSpPr>
          <p:cNvPr id="23" name="Shape 20">
            <a:extLst>
              <a:ext uri="{FF2B5EF4-FFF2-40B4-BE49-F238E27FC236}">
                <a16:creationId xmlns:a16="http://schemas.microsoft.com/office/drawing/2014/main" id="{76FF30A4-88EC-B168-F807-36C670938C4B}"/>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E675EA5B-6578-7F4B-CA3F-9C0A09C14582}"/>
              </a:ext>
            </a:extLst>
          </p:cNvPr>
          <p:cNvSpPr/>
          <p:nvPr/>
        </p:nvSpPr>
        <p:spPr>
          <a:xfrm>
            <a:off x="548285" y="2938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DBD1CBD7-710D-6365-98AC-5305CAB925A7}"/>
              </a:ext>
            </a:extLst>
          </p:cNvPr>
          <p:cNvSpPr/>
          <p:nvPr/>
        </p:nvSpPr>
        <p:spPr>
          <a:xfrm>
            <a:off x="751722" y="3160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A80A5F8F-42E3-7FD8-70CD-513CE772535C}"/>
              </a:ext>
            </a:extLst>
          </p:cNvPr>
          <p:cNvSpPr/>
          <p:nvPr/>
        </p:nvSpPr>
        <p:spPr>
          <a:xfrm>
            <a:off x="751722" y="3279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D6BFD06F-150F-97D5-3F6F-081BB4F3C188}"/>
              </a:ext>
            </a:extLst>
          </p:cNvPr>
          <p:cNvSpPr/>
          <p:nvPr/>
        </p:nvSpPr>
        <p:spPr>
          <a:xfrm>
            <a:off x="1539239" y="3284532"/>
            <a:ext cx="9999563" cy="736477"/>
          </a:xfrm>
          <a:prstGeom prst="rect">
            <a:avLst/>
          </a:prstGeom>
          <a:noFill/>
          <a:ln/>
        </p:spPr>
        <p:txBody>
          <a:bodyPr wrap="square" lIns="91440" tIns="45720" rIns="91440" bIns="45720" rtlCol="0" anchor="ctr"/>
          <a:lstStyle/>
          <a:p>
            <a:r>
              <a:rPr lang="en-US" b="1"/>
              <a:t>Multi-Agent System (MAS)</a:t>
            </a:r>
            <a:r>
              <a:rPr lang="en-US" b="1">
                <a:ea typeface="+mn-lt"/>
                <a:cs typeface="+mn-lt"/>
              </a:rPr>
              <a:t> : </a:t>
            </a:r>
            <a:r>
              <a:rPr lang="en-US">
                <a:ea typeface="+mn-lt"/>
                <a:cs typeface="+mn-lt"/>
              </a:rPr>
              <a:t>Single-Agent Simulation: Developed a Multi-Agent System with one agent to simulate auction dynamics and provide market insights.</a:t>
            </a:r>
          </a:p>
          <a:p>
            <a:endParaRPr lang="en-US">
              <a:ea typeface="+mn-lt"/>
              <a:cs typeface="+mn-lt"/>
            </a:endParaRPr>
          </a:p>
        </p:txBody>
      </p:sp>
      <p:sp>
        <p:nvSpPr>
          <p:cNvPr id="31" name="Shape 5">
            <a:extLst>
              <a:ext uri="{FF2B5EF4-FFF2-40B4-BE49-F238E27FC236}">
                <a16:creationId xmlns:a16="http://schemas.microsoft.com/office/drawing/2014/main" id="{25CB5418-88B0-4702-39E6-C1A8871A321F}"/>
              </a:ext>
            </a:extLst>
          </p:cNvPr>
          <p:cNvSpPr/>
          <p:nvPr/>
        </p:nvSpPr>
        <p:spPr>
          <a:xfrm>
            <a:off x="574866" y="4417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0D69BACF-6339-5D10-B162-8DE23DE896E9}"/>
              </a:ext>
            </a:extLst>
          </p:cNvPr>
          <p:cNvSpPr/>
          <p:nvPr/>
        </p:nvSpPr>
        <p:spPr>
          <a:xfrm>
            <a:off x="778302" y="4640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F77BBBD0-D85F-4898-6598-A669905B6708}"/>
              </a:ext>
            </a:extLst>
          </p:cNvPr>
          <p:cNvSpPr/>
          <p:nvPr/>
        </p:nvSpPr>
        <p:spPr>
          <a:xfrm>
            <a:off x="778302" y="4759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sp>
        <p:nvSpPr>
          <p:cNvPr id="34" name="Text 8">
            <a:extLst>
              <a:ext uri="{FF2B5EF4-FFF2-40B4-BE49-F238E27FC236}">
                <a16:creationId xmlns:a16="http://schemas.microsoft.com/office/drawing/2014/main" id="{26B24351-AC0C-9F85-5717-553017B151AA}"/>
              </a:ext>
            </a:extLst>
          </p:cNvPr>
          <p:cNvSpPr/>
          <p:nvPr/>
        </p:nvSpPr>
        <p:spPr>
          <a:xfrm>
            <a:off x="1539239" y="4760905"/>
            <a:ext cx="9716029" cy="718757"/>
          </a:xfrm>
          <a:prstGeom prst="rect">
            <a:avLst/>
          </a:prstGeom>
          <a:noFill/>
          <a:ln/>
        </p:spPr>
        <p:txBody>
          <a:bodyPr wrap="square" lIns="91440" tIns="45720" rIns="91440" bIns="45720" rtlCol="0" anchor="ctr"/>
          <a:lstStyle/>
          <a:p>
            <a:r>
              <a:rPr lang="en-US" b="1"/>
              <a:t>Volume Forecasting : </a:t>
            </a:r>
            <a:r>
              <a:rPr lang="en-US"/>
              <a:t>Factory-Level</a:t>
            </a:r>
            <a:r>
              <a:rPr lang="en-US">
                <a:ea typeface="+mn-lt"/>
                <a:cs typeface="+mn-lt"/>
              </a:rPr>
              <a:t> Volume Predictions: Developed a volume forecasting model to predict weekly tea volumes for Mid-Country factories, optimizing production planning and auction participation.</a:t>
            </a:r>
          </a:p>
          <a:p>
            <a:endParaRPr lang="en-US">
              <a:ea typeface="+mn-lt"/>
              <a:cs typeface="+mn-lt"/>
            </a:endParaRPr>
          </a:p>
        </p:txBody>
      </p:sp>
      <p:grpSp>
        <p:nvGrpSpPr>
          <p:cNvPr id="44" name="Group 43">
            <a:extLst>
              <a:ext uri="{FF2B5EF4-FFF2-40B4-BE49-F238E27FC236}">
                <a16:creationId xmlns:a16="http://schemas.microsoft.com/office/drawing/2014/main" id="{3CD38F97-B34C-AA26-C783-9D131436CEDC}"/>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EB169A29-426D-A7A1-A809-D56324D0A335}"/>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6182E7D6-2931-F58F-BAAB-3D3596233B3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3F09329E-CBA6-8253-928C-E7B87DDD6EE7}"/>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25</a:t>
              </a:r>
            </a:p>
          </p:txBody>
        </p:sp>
        <p:pic>
          <p:nvPicPr>
            <p:cNvPr id="42" name="Picture 41">
              <a:extLst>
                <a:ext uri="{FF2B5EF4-FFF2-40B4-BE49-F238E27FC236}">
                  <a16:creationId xmlns:a16="http://schemas.microsoft.com/office/drawing/2014/main" id="{6BACC885-2524-F1BE-F9E0-167E73761575}"/>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6CF68E73-4F7C-0CB2-D3F6-E422AED30C88}"/>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3080667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212D6-9D46-4BDC-CF1D-8DC61963D78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2DF0E6F-CEA3-AADE-2A02-5F0CE2865588}"/>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4BFADFA7-4A4E-D73E-153B-1E2E4B8638E6}"/>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64F2F521-22EA-F570-B257-CF686B8E8C50}"/>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FCBBC763-5B6B-373B-2FD2-6E103FDCDBCB}"/>
              </a:ext>
            </a:extLst>
          </p:cNvPr>
          <p:cNvSpPr/>
          <p:nvPr/>
        </p:nvSpPr>
        <p:spPr>
          <a:xfrm>
            <a:off x="557810" y="1076768"/>
            <a:ext cx="10789920" cy="640080"/>
          </a:xfrm>
          <a:prstGeom prst="rect">
            <a:avLst/>
          </a:prstGeom>
          <a:noFill/>
          <a:ln/>
        </p:spPr>
        <p:txBody>
          <a:bodyPr wrap="square" lIns="91440" tIns="45720" rIns="91440" bIns="45720" rtlCol="0" anchor="ctr"/>
          <a:lstStyle/>
          <a:p>
            <a:r>
              <a:rPr lang="en-US" sz="3400" b="1">
                <a:solidFill>
                  <a:schemeClr val="bg1"/>
                </a:solidFill>
                <a:ea typeface="+mn-lt"/>
                <a:cs typeface="+mn-lt"/>
              </a:rPr>
              <a:t>Future Enhancement Methods</a:t>
            </a:r>
            <a:endParaRPr lang="en-US" b="1">
              <a:solidFill>
                <a:schemeClr val="bg1"/>
              </a:solidFill>
              <a:ea typeface="+mn-lt"/>
              <a:cs typeface="+mn-lt"/>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71BF882E-304A-9A1F-6B44-763614F38B51}"/>
              </a:ext>
            </a:extLst>
          </p:cNvPr>
          <p:cNvSpPr/>
          <p:nvPr/>
        </p:nvSpPr>
        <p:spPr>
          <a:xfrm>
            <a:off x="404746" y="1710956"/>
            <a:ext cx="11087630" cy="4238803"/>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9317C3FD-FA32-EA88-1837-7D7CDBD41201}"/>
              </a:ext>
            </a:extLst>
          </p:cNvPr>
          <p:cNvSpPr/>
          <p:nvPr/>
        </p:nvSpPr>
        <p:spPr>
          <a:xfrm>
            <a:off x="1005840" y="3406584"/>
            <a:ext cx="9716029" cy="718757"/>
          </a:xfrm>
          <a:prstGeom prst="rect">
            <a:avLst/>
          </a:prstGeom>
          <a:noFill/>
          <a:ln/>
        </p:spPr>
        <p:txBody>
          <a:bodyPr wrap="square" lIns="91440" tIns="45720" rIns="91440" bIns="45720" rtlCol="0" anchor="ctr"/>
          <a:lstStyle/>
          <a:p>
            <a:r>
              <a:rPr lang="en-US" b="1"/>
              <a:t>1. Expanded Multi-Agent System (MAS)</a:t>
            </a:r>
            <a:r>
              <a:rPr lang="en-US" b="1">
                <a:ea typeface="+mn-lt"/>
                <a:cs typeface="+mn-lt"/>
              </a:rPr>
              <a:t> - </a:t>
            </a:r>
            <a:r>
              <a:rPr lang="en-US">
                <a:ea typeface="+mn-lt"/>
                <a:cs typeface="+mn-lt"/>
              </a:rPr>
              <a:t>Multiple Agents: Extend the MAS by incorporating multiple agents to simulate interactions between factories, brokers, and buyers, improving auction decision-making and competition modeling.</a:t>
            </a:r>
            <a:endParaRPr lang="en-US">
              <a:ea typeface="Calibri" panose="020F0502020204030204"/>
              <a:cs typeface="Calibri" panose="020F0502020204030204"/>
            </a:endParaRPr>
          </a:p>
          <a:p>
            <a:endParaRPr lang="en-US"/>
          </a:p>
          <a:p>
            <a:r>
              <a:rPr lang="en-US" b="1"/>
              <a:t>2. Hybrid Price Forecasting Model- Combine</a:t>
            </a:r>
            <a:r>
              <a:rPr lang="en-US" b="1">
                <a:ea typeface="+mn-lt"/>
                <a:cs typeface="+mn-lt"/>
              </a:rPr>
              <a:t> Models</a:t>
            </a:r>
            <a:r>
              <a:rPr lang="en-US">
                <a:ea typeface="+mn-lt"/>
                <a:cs typeface="+mn-lt"/>
              </a:rPr>
              <a:t>: Integrate machine learning and time series models to combine the three separate price forecasting models for enhanced accuracy and adaptability.</a:t>
            </a:r>
            <a:endParaRPr lang="en-US">
              <a:ea typeface="Calibri" panose="020F0502020204030204"/>
              <a:cs typeface="Calibri" panose="020F0502020204030204"/>
            </a:endParaRPr>
          </a:p>
          <a:p>
            <a:endParaRPr lang="en-US"/>
          </a:p>
          <a:p>
            <a:r>
              <a:rPr lang="en-US" b="1"/>
              <a:t>3. Advanced Volume Forecasting</a:t>
            </a:r>
            <a:r>
              <a:rPr lang="en-US" b="1">
                <a:ea typeface="+mn-lt"/>
                <a:cs typeface="+mn-lt"/>
              </a:rPr>
              <a:t> -</a:t>
            </a:r>
            <a:r>
              <a:rPr lang="en-US">
                <a:ea typeface="+mn-lt"/>
                <a:cs typeface="+mn-lt"/>
              </a:rPr>
              <a:t> Enhance the volume forecasting model by integrating  more data to make dynamic adjustments and improve predictions.</a:t>
            </a:r>
            <a:endParaRPr lang="en-US">
              <a:ea typeface="Calibri" panose="020F0502020204030204"/>
              <a:cs typeface="Calibri" panose="020F0502020204030204"/>
            </a:endParaRPr>
          </a:p>
          <a:p>
            <a:endParaRPr lang="en-US"/>
          </a:p>
          <a:p>
            <a:r>
              <a:rPr lang="en-US" b="1"/>
              <a:t>4. Real-Time Auction Insights-Dynamic</a:t>
            </a:r>
            <a:r>
              <a:rPr lang="en-US" b="1">
                <a:ea typeface="+mn-lt"/>
                <a:cs typeface="+mn-lt"/>
              </a:rPr>
              <a:t> Auction Simulation</a:t>
            </a:r>
            <a:r>
              <a:rPr lang="en-US">
                <a:ea typeface="+mn-lt"/>
                <a:cs typeface="+mn-lt"/>
              </a:rPr>
              <a:t>: Introduce real-time auction simulations that allow stakeholders to test market strategies and forecast auction outcomes .</a:t>
            </a:r>
          </a:p>
        </p:txBody>
      </p:sp>
      <p:sp>
        <p:nvSpPr>
          <p:cNvPr id="23" name="Shape 20">
            <a:extLst>
              <a:ext uri="{FF2B5EF4-FFF2-40B4-BE49-F238E27FC236}">
                <a16:creationId xmlns:a16="http://schemas.microsoft.com/office/drawing/2014/main" id="{4019625C-939B-FEDC-07FD-A111FE87DF0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5265D4E8-D6FD-49E7-7BB5-07231F8E90CF}"/>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82189788-09A2-09D9-6EBC-3FE85A1510AA}"/>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0FA0FD4-D1E4-36B6-368D-2935B7D1D163}"/>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90717D04-2359-B657-356A-83A05BB5A598}"/>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26</a:t>
              </a:r>
            </a:p>
          </p:txBody>
        </p:sp>
        <p:pic>
          <p:nvPicPr>
            <p:cNvPr id="42" name="Picture 41">
              <a:extLst>
                <a:ext uri="{FF2B5EF4-FFF2-40B4-BE49-F238E27FC236}">
                  <a16:creationId xmlns:a16="http://schemas.microsoft.com/office/drawing/2014/main" id="{34BF2963-99E8-A94B-4F2A-DF9A47C2ACD7}"/>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47FD3369-4FE9-0FBD-1714-2A71E0E738AC}"/>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3070838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4238E-5866-6036-9303-515F6341BF18}"/>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E3659A16-FF08-EA01-A21A-C8BA76352850}"/>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9A0832FD-9F28-CF93-9E3B-F16840E39A41}"/>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1ED848DE-C718-C0FB-BD29-B4AE498605C3}"/>
              </a:ext>
            </a:extLst>
          </p:cNvPr>
          <p:cNvSpPr/>
          <p:nvPr/>
        </p:nvSpPr>
        <p:spPr>
          <a:xfrm>
            <a:off x="1348641" y="3275934"/>
            <a:ext cx="10514460" cy="157411"/>
          </a:xfrm>
          <a:prstGeom prst="rect">
            <a:avLst/>
          </a:prstGeom>
          <a:noFill/>
          <a:ln/>
        </p:spPr>
        <p:txBody>
          <a:bodyPr wrap="square" lIns="91440" tIns="45720" rIns="91440" bIns="45720" rtlCol="0" anchor="ctr"/>
          <a:lstStyle/>
          <a:p>
            <a:endParaRPr lang="en-US" sz="4000" b="1">
              <a:solidFill>
                <a:srgbClr val="F6F7F5"/>
              </a:solidFill>
              <a:ea typeface="Calibri"/>
              <a:cs typeface="Calibri"/>
            </a:endParaRPr>
          </a:p>
          <a:p>
            <a:endParaRPr lang="en-US" sz="3600" b="1">
              <a:solidFill>
                <a:srgbClr val="F6F7F5"/>
              </a:solidFill>
              <a:ea typeface="Calibri"/>
              <a:cs typeface="Calibri"/>
            </a:endParaRPr>
          </a:p>
        </p:txBody>
      </p:sp>
      <p:sp>
        <p:nvSpPr>
          <p:cNvPr id="7" name="Text 4">
            <a:extLst>
              <a:ext uri="{FF2B5EF4-FFF2-40B4-BE49-F238E27FC236}">
                <a16:creationId xmlns:a16="http://schemas.microsoft.com/office/drawing/2014/main" id="{6BB61698-3AFF-1F94-E34C-00C2A7682AC5}"/>
              </a:ext>
            </a:extLst>
          </p:cNvPr>
          <p:cNvSpPr/>
          <p:nvPr/>
        </p:nvSpPr>
        <p:spPr>
          <a:xfrm>
            <a:off x="879482" y="3877583"/>
            <a:ext cx="10509199" cy="457200"/>
          </a:xfrm>
          <a:prstGeom prst="rect">
            <a:avLst/>
          </a:prstGeom>
          <a:noFill/>
          <a:ln/>
        </p:spPr>
        <p:txBody>
          <a:bodyPr wrap="square" lIns="91440" tIns="45720" rIns="91440" bIns="45720" rtlCol="0" anchor="ctr"/>
          <a:lstStyle/>
          <a:p>
            <a:r>
              <a:rPr lang="en-US" sz="4800" b="1">
                <a:solidFill>
                  <a:srgbClr val="F6F7F5"/>
                </a:solidFill>
                <a:latin typeface="Calibri"/>
                <a:ea typeface="+mn-lt"/>
                <a:cs typeface="+mn-lt"/>
              </a:rPr>
              <a:t>AI Based Tea Leaf Disease Detection and Treatment Guidance</a:t>
            </a:r>
            <a:endParaRPr lang="en-US">
              <a:ea typeface="Calibri" panose="020F0502020204030204"/>
              <a:cs typeface="Calibri" panose="020F0502020204030204"/>
            </a:endParaRPr>
          </a:p>
          <a:p>
            <a:r>
              <a:rPr lang="en-US" sz="2400" b="1">
                <a:solidFill>
                  <a:srgbClr val="F6F7F5"/>
                </a:solidFill>
                <a:latin typeface="Tw Cen MT"/>
                <a:ea typeface="+mn-lt"/>
                <a:cs typeface="+mn-lt"/>
              </a:rPr>
              <a:t>WIJERATHNE H.M.K.G.D.P.   -  IT22142146</a:t>
            </a:r>
            <a:endParaRPr lang="en-US"/>
          </a:p>
        </p:txBody>
      </p:sp>
      <p:sp>
        <p:nvSpPr>
          <p:cNvPr id="18" name="Shape 15">
            <a:extLst>
              <a:ext uri="{FF2B5EF4-FFF2-40B4-BE49-F238E27FC236}">
                <a16:creationId xmlns:a16="http://schemas.microsoft.com/office/drawing/2014/main" id="{0FB0D23C-6E4A-B3DF-EBC6-4F3F10706FB8}"/>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EB9C49C8-CB94-F43E-8F13-F724DCAC5AE0}"/>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4ACDC755-9561-50EC-5DAB-D2C80157C036}"/>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8F6E7B47-2855-7AB0-26FC-250EFF8CB438}"/>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pic>
        <p:nvPicPr>
          <p:cNvPr id="8" name="Picture 7" descr="A person in a white shirt&#10;&#10;AI-generated content may be incorrect.">
            <a:extLst>
              <a:ext uri="{FF2B5EF4-FFF2-40B4-BE49-F238E27FC236}">
                <a16:creationId xmlns:a16="http://schemas.microsoft.com/office/drawing/2014/main" id="{DFBC2983-FBDD-7839-FD42-E6C59AF43075}"/>
              </a:ext>
            </a:extLst>
          </p:cNvPr>
          <p:cNvPicPr>
            <a:picLocks noChangeAspect="1"/>
          </p:cNvPicPr>
          <p:nvPr/>
        </p:nvPicPr>
        <p:blipFill>
          <a:blip r:embed="rId4"/>
          <a:srcRect l="2116" r="1648" b="-474"/>
          <a:stretch>
            <a:fillRect/>
          </a:stretch>
        </p:blipFill>
        <p:spPr>
          <a:xfrm>
            <a:off x="9894029" y="414337"/>
            <a:ext cx="1866245" cy="2188460"/>
          </a:xfrm>
          <a:prstGeom prst="rect">
            <a:avLst/>
          </a:prstGeom>
        </p:spPr>
      </p:pic>
      <p:grpSp>
        <p:nvGrpSpPr>
          <p:cNvPr id="27" name="Group 26">
            <a:extLst>
              <a:ext uri="{FF2B5EF4-FFF2-40B4-BE49-F238E27FC236}">
                <a16:creationId xmlns:a16="http://schemas.microsoft.com/office/drawing/2014/main" id="{13B75A40-E21F-1722-18E1-CF3294D31333}"/>
              </a:ext>
            </a:extLst>
          </p:cNvPr>
          <p:cNvGrpSpPr/>
          <p:nvPr/>
        </p:nvGrpSpPr>
        <p:grpSpPr>
          <a:xfrm>
            <a:off x="24389" y="6397842"/>
            <a:ext cx="12215812" cy="474107"/>
            <a:chOff x="4762" y="6455569"/>
            <a:chExt cx="12215812" cy="474107"/>
          </a:xfrm>
        </p:grpSpPr>
        <p:sp>
          <p:nvSpPr>
            <p:cNvPr id="22" name="Rectangle 21">
              <a:extLst>
                <a:ext uri="{FF2B5EF4-FFF2-40B4-BE49-F238E27FC236}">
                  <a16:creationId xmlns:a16="http://schemas.microsoft.com/office/drawing/2014/main" id="{503D87D0-308B-FC3A-F7D7-CD12B55ADDB7}"/>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FB5E527-B56E-CACC-5A08-64D663593CBD}"/>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4" name="Text 23">
              <a:extLst>
                <a:ext uri="{FF2B5EF4-FFF2-40B4-BE49-F238E27FC236}">
                  <a16:creationId xmlns:a16="http://schemas.microsoft.com/office/drawing/2014/main" id="{A615C76D-A0C3-66B1-05B5-2B62B2378FB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27</a:t>
              </a:r>
            </a:p>
          </p:txBody>
        </p:sp>
        <p:pic>
          <p:nvPicPr>
            <p:cNvPr id="25" name="Picture 24">
              <a:extLst>
                <a:ext uri="{FF2B5EF4-FFF2-40B4-BE49-F238E27FC236}">
                  <a16:creationId xmlns:a16="http://schemas.microsoft.com/office/drawing/2014/main" id="{BDD3EBF9-3BFA-E782-B547-807AD17DD895}"/>
                </a:ext>
              </a:extLst>
            </p:cNvPr>
            <p:cNvPicPr>
              <a:picLocks noChangeAspect="1"/>
            </p:cNvPicPr>
            <p:nvPr/>
          </p:nvPicPr>
          <p:blipFill>
            <a:blip r:embed="rId5"/>
            <a:stretch>
              <a:fillRect/>
            </a:stretch>
          </p:blipFill>
          <p:spPr>
            <a:xfrm>
              <a:off x="109538" y="6500813"/>
              <a:ext cx="2371725" cy="381000"/>
            </a:xfrm>
            <a:prstGeom prst="rect">
              <a:avLst/>
            </a:prstGeom>
          </p:spPr>
        </p:pic>
        <p:sp>
          <p:nvSpPr>
            <p:cNvPr id="26" name="TextBox 25">
              <a:extLst>
                <a:ext uri="{FF2B5EF4-FFF2-40B4-BE49-F238E27FC236}">
                  <a16:creationId xmlns:a16="http://schemas.microsoft.com/office/drawing/2014/main" id="{05D85A45-DA23-8E55-6D45-0B8D701607C6}"/>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212406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4F6E-AB82-C31F-035D-4A5B2619BC72}"/>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88149483-07BB-692F-4B9B-987E0130E91D}"/>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639D6633-E35B-8A23-D6FE-AB02932FB687}"/>
              </a:ext>
            </a:extLst>
          </p:cNvPr>
          <p:cNvSpPr/>
          <p:nvPr/>
        </p:nvSpPr>
        <p:spPr>
          <a:xfrm>
            <a:off x="35442" y="38316"/>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2FCD03F8-B790-1371-AEAC-F383B79DE0D7}"/>
              </a:ext>
            </a:extLst>
          </p:cNvPr>
          <p:cNvSpPr/>
          <p:nvPr/>
        </p:nvSpPr>
        <p:spPr>
          <a:xfrm>
            <a:off x="873414" y="1711450"/>
            <a:ext cx="10514460" cy="157411"/>
          </a:xfrm>
          <a:prstGeom prst="rect">
            <a:avLst/>
          </a:prstGeom>
          <a:noFill/>
          <a:ln/>
        </p:spPr>
        <p:txBody>
          <a:bodyPr wrap="square" lIns="91440" tIns="45720" rIns="91440" bIns="45720" rtlCol="0" anchor="ctr"/>
          <a:lstStyle/>
          <a:p>
            <a:pPr algn="ctr"/>
            <a:r>
              <a:rPr lang="en-US" sz="4800" b="1">
                <a:solidFill>
                  <a:srgbClr val="F6F7F5"/>
                </a:solidFill>
                <a:latin typeface="Calibri"/>
                <a:ea typeface="+mn-lt"/>
                <a:cs typeface="+mn-lt"/>
              </a:rPr>
              <a:t>AI Based Tea Leaf Disease Detection and  </a:t>
            </a:r>
            <a:endParaRPr lang="en-US" sz="4800">
              <a:ea typeface="Calibri"/>
              <a:cs typeface="Calibri"/>
            </a:endParaRPr>
          </a:p>
          <a:p>
            <a:pPr algn="ctr"/>
            <a:r>
              <a:rPr lang="en-US" sz="4800" b="1">
                <a:solidFill>
                  <a:srgbClr val="F6F7F5"/>
                </a:solidFill>
                <a:latin typeface="Calibri"/>
                <a:ea typeface="+mn-lt"/>
                <a:cs typeface="+mn-lt"/>
              </a:rPr>
              <a:t>Treatment Guidance</a:t>
            </a:r>
            <a:endParaRPr lang="en-US" sz="4800">
              <a:ea typeface="Calibri" panose="020F0502020204030204"/>
              <a:cs typeface="Calibri" panose="020F0502020204030204"/>
            </a:endParaRPr>
          </a:p>
          <a:p>
            <a:endParaRPr lang="en-US" sz="3600" b="1">
              <a:solidFill>
                <a:srgbClr val="F6F7F5"/>
              </a:solidFill>
              <a:ea typeface="Calibri"/>
              <a:cs typeface="Calibri"/>
            </a:endParaRPr>
          </a:p>
        </p:txBody>
      </p:sp>
      <p:sp>
        <p:nvSpPr>
          <p:cNvPr id="18" name="Shape 15">
            <a:extLst>
              <a:ext uri="{FF2B5EF4-FFF2-40B4-BE49-F238E27FC236}">
                <a16:creationId xmlns:a16="http://schemas.microsoft.com/office/drawing/2014/main" id="{206DD232-616D-0F67-153E-E07452E854C0}"/>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DAD1C4EB-1534-D6E6-3A6F-B8F858E2AE98}"/>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C56A5900-5E90-C747-9D5A-4470FFD15681}"/>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2B463C97-17BE-72FF-BC20-7015C9F1CB10}"/>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sp>
        <p:nvSpPr>
          <p:cNvPr id="22" name="Text 13">
            <a:extLst>
              <a:ext uri="{FF2B5EF4-FFF2-40B4-BE49-F238E27FC236}">
                <a16:creationId xmlns:a16="http://schemas.microsoft.com/office/drawing/2014/main" id="{3168B5A2-051F-155A-0A04-3DB923551F95}"/>
              </a:ext>
            </a:extLst>
          </p:cNvPr>
          <p:cNvSpPr/>
          <p:nvPr/>
        </p:nvSpPr>
        <p:spPr>
          <a:xfrm>
            <a:off x="2038846" y="2867294"/>
            <a:ext cx="8477691" cy="2748869"/>
          </a:xfrm>
          <a:prstGeom prst="rect">
            <a:avLst/>
          </a:prstGeom>
          <a:noFill/>
          <a:ln/>
        </p:spPr>
        <p:txBody>
          <a:bodyPr wrap="square" lIns="91440" tIns="45720" rIns="91440" bIns="45720" rtlCol="0" anchor="ctr"/>
          <a:lstStyle/>
          <a:p>
            <a:pPr algn="ctr"/>
            <a:r>
              <a:rPr lang="en-US" sz="2400">
                <a:solidFill>
                  <a:schemeClr val="bg1"/>
                </a:solidFill>
                <a:ea typeface="+mn-lt"/>
                <a:cs typeface="+mn-lt"/>
              </a:rPr>
              <a:t>This component detects main 6 tea leaf diseases, and 3 invasive species using CNN and R-CNN models, providing real-time </a:t>
            </a:r>
            <a:endParaRPr lang="en-US">
              <a:solidFill>
                <a:schemeClr val="bg1"/>
              </a:solidFill>
            </a:endParaRPr>
          </a:p>
          <a:p>
            <a:pPr algn="ctr"/>
            <a:r>
              <a:rPr lang="en-US" sz="2400">
                <a:solidFill>
                  <a:schemeClr val="bg1"/>
                </a:solidFill>
                <a:ea typeface="+mn-lt"/>
                <a:cs typeface="+mn-lt"/>
              </a:rPr>
              <a:t>rule-based treatment guidance through a simple web interface.</a:t>
            </a:r>
            <a:endParaRPr lang="en-US">
              <a:solidFill>
                <a:schemeClr val="bg1"/>
              </a:solidFill>
            </a:endParaRPr>
          </a:p>
          <a:p>
            <a:pPr algn="ctr"/>
            <a:endParaRPr lang="en-US" sz="2400">
              <a:solidFill>
                <a:schemeClr val="bg1"/>
              </a:solidFill>
              <a:ea typeface="+mn-lt"/>
              <a:cs typeface="+mn-lt"/>
            </a:endParaRPr>
          </a:p>
          <a:p>
            <a:pPr algn="ctr"/>
            <a:r>
              <a:rPr lang="en-US" sz="2400" b="1">
                <a:solidFill>
                  <a:schemeClr val="bg1"/>
                </a:solidFill>
                <a:ea typeface="+mn-lt"/>
                <a:cs typeface="+mn-lt"/>
              </a:rPr>
              <a:t>End Users:</a:t>
            </a:r>
            <a:r>
              <a:rPr lang="en-US" sz="2400">
                <a:solidFill>
                  <a:schemeClr val="bg1"/>
                </a:solidFill>
                <a:ea typeface="+mn-lt"/>
                <a:cs typeface="+mn-lt"/>
              </a:rPr>
              <a:t> Smallholder farmers, tea estate owners, researchers.</a:t>
            </a:r>
            <a:endParaRPr lang="en-US">
              <a:solidFill>
                <a:schemeClr val="bg1"/>
              </a:solidFill>
            </a:endParaRPr>
          </a:p>
          <a:p>
            <a:pPr marL="342900" indent="-342900">
              <a:buFont typeface="Arial"/>
              <a:buChar char="•"/>
            </a:pPr>
            <a:endParaRPr lang="en-US" sz="2000">
              <a:solidFill>
                <a:srgbClr val="082A20"/>
              </a:solidFill>
              <a:ea typeface="Calibri" panose="020F0502020204030204"/>
              <a:cs typeface="Calibri" panose="020F0502020204030204"/>
            </a:endParaRPr>
          </a:p>
          <a:p>
            <a:pPr marL="342900" indent="-342900">
              <a:buFont typeface="Arial"/>
              <a:buChar char="•"/>
            </a:pPr>
            <a:endParaRPr lang="en-US" sz="2000">
              <a:solidFill>
                <a:srgbClr val="082A20"/>
              </a:solidFill>
              <a:ea typeface="Calibri" panose="020F0502020204030204"/>
              <a:cs typeface="Calibri" panose="020F0502020204030204"/>
            </a:endParaRPr>
          </a:p>
          <a:p>
            <a:endParaRPr lang="en-US" sz="2000" b="1">
              <a:solidFill>
                <a:srgbClr val="082A20"/>
              </a:solidFill>
              <a:ea typeface="Calibri"/>
              <a:cs typeface="Calibri"/>
            </a:endParaRPr>
          </a:p>
          <a:p>
            <a:endParaRPr lang="en-US" sz="2000">
              <a:solidFill>
                <a:srgbClr val="082A20"/>
              </a:solidFill>
              <a:ea typeface="Calibri"/>
              <a:cs typeface="Calibri"/>
            </a:endParaRPr>
          </a:p>
        </p:txBody>
      </p:sp>
      <p:grpSp>
        <p:nvGrpSpPr>
          <p:cNvPr id="29" name="Group 28">
            <a:extLst>
              <a:ext uri="{FF2B5EF4-FFF2-40B4-BE49-F238E27FC236}">
                <a16:creationId xmlns:a16="http://schemas.microsoft.com/office/drawing/2014/main" id="{1D6507C9-01A4-693E-258B-0DEB6F4BE450}"/>
              </a:ext>
            </a:extLst>
          </p:cNvPr>
          <p:cNvGrpSpPr/>
          <p:nvPr/>
        </p:nvGrpSpPr>
        <p:grpSpPr>
          <a:xfrm>
            <a:off x="23141" y="6406579"/>
            <a:ext cx="12215812" cy="474107"/>
            <a:chOff x="4762" y="6455569"/>
            <a:chExt cx="12215812" cy="474107"/>
          </a:xfrm>
        </p:grpSpPr>
        <p:sp>
          <p:nvSpPr>
            <p:cNvPr id="24" name="Rectangle 23">
              <a:extLst>
                <a:ext uri="{FF2B5EF4-FFF2-40B4-BE49-F238E27FC236}">
                  <a16:creationId xmlns:a16="http://schemas.microsoft.com/office/drawing/2014/main" id="{E679770B-9C88-A53D-2E7F-886A3E1CBD9A}"/>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76AC729-74FA-9F8B-E082-668F29A65B82}"/>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22DB088D-4163-9AEB-0C12-86F63EBA7F3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28</a:t>
              </a:r>
            </a:p>
          </p:txBody>
        </p:sp>
        <p:pic>
          <p:nvPicPr>
            <p:cNvPr id="27" name="Picture 26">
              <a:extLst>
                <a:ext uri="{FF2B5EF4-FFF2-40B4-BE49-F238E27FC236}">
                  <a16:creationId xmlns:a16="http://schemas.microsoft.com/office/drawing/2014/main" id="{4A457DFD-F3D5-BBD2-6730-762C92BB37C9}"/>
                </a:ext>
              </a:extLst>
            </p:cNvPr>
            <p:cNvPicPr>
              <a:picLocks noChangeAspect="1"/>
            </p:cNvPicPr>
            <p:nvPr/>
          </p:nvPicPr>
          <p:blipFill>
            <a:blip r:embed="rId4"/>
            <a:stretch>
              <a:fillRect/>
            </a:stretch>
          </p:blipFill>
          <p:spPr>
            <a:xfrm>
              <a:off x="109538" y="6500813"/>
              <a:ext cx="2371725" cy="381000"/>
            </a:xfrm>
            <a:prstGeom prst="rect">
              <a:avLst/>
            </a:prstGeom>
          </p:spPr>
        </p:pic>
        <p:sp>
          <p:nvSpPr>
            <p:cNvPr id="28" name="TextBox 27">
              <a:extLst>
                <a:ext uri="{FF2B5EF4-FFF2-40B4-BE49-F238E27FC236}">
                  <a16:creationId xmlns:a16="http://schemas.microsoft.com/office/drawing/2014/main" id="{8667EB6C-CCFE-3723-273A-837AB5995FD6}"/>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1930166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A5DA9A5C-55BA-2D84-8684-BAF93C5ECB9F}"/>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61B31BD0-DECE-2F29-5177-7879BA291801}"/>
              </a:ext>
            </a:extLst>
          </p:cNvPr>
          <p:cNvSpPr/>
          <p:nvPr/>
        </p:nvSpPr>
        <p:spPr>
          <a:xfrm>
            <a:off x="5053965" y="451416"/>
            <a:ext cx="6492240" cy="36576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12" name="Text 9">
            <a:extLst>
              <a:ext uri="{FF2B5EF4-FFF2-40B4-BE49-F238E27FC236}">
                <a16:creationId xmlns:a16="http://schemas.microsoft.com/office/drawing/2014/main" id="{E31BE118-F80E-BD38-7E3D-E7BA6610842A}"/>
              </a:ext>
            </a:extLst>
          </p:cNvPr>
          <p:cNvSpPr/>
          <p:nvPr/>
        </p:nvSpPr>
        <p:spPr>
          <a:xfrm>
            <a:off x="4875848" y="722529"/>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000">
              <a:ea typeface="Calibri"/>
              <a:cs typeface="Calibri"/>
            </a:endParaRPr>
          </a:p>
        </p:txBody>
      </p:sp>
      <p:sp>
        <p:nvSpPr>
          <p:cNvPr id="13" name="Text 10">
            <a:extLst>
              <a:ext uri="{FF2B5EF4-FFF2-40B4-BE49-F238E27FC236}">
                <a16:creationId xmlns:a16="http://schemas.microsoft.com/office/drawing/2014/main" id="{F566236F-2BC4-5DF8-79B3-1D4574897416}"/>
              </a:ext>
            </a:extLst>
          </p:cNvPr>
          <p:cNvSpPr/>
          <p:nvPr/>
        </p:nvSpPr>
        <p:spPr>
          <a:xfrm>
            <a:off x="5049756" y="1458078"/>
            <a:ext cx="6492240" cy="365760"/>
          </a:xfrm>
          <a:prstGeom prst="rect">
            <a:avLst/>
          </a:prstGeom>
          <a:noFill/>
          <a:ln/>
        </p:spPr>
        <p:txBody>
          <a:bodyPr wrap="square" lIns="91440" tIns="45720" rIns="91440" bIns="45720" rtlCol="0" anchor="ctr"/>
          <a:lstStyle/>
          <a:p>
            <a:pPr marL="0" indent="0">
              <a:buNone/>
            </a:pPr>
            <a:endParaRPr lang="en-US" sz="1400">
              <a:solidFill>
                <a:srgbClr val="0B3D2E"/>
              </a:solidFill>
              <a:ea typeface="Calibri"/>
              <a:cs typeface="Calibri"/>
            </a:endParaRPr>
          </a:p>
        </p:txBody>
      </p:sp>
      <p:sp>
        <p:nvSpPr>
          <p:cNvPr id="14" name="Shape 11">
            <a:extLst>
              <a:ext uri="{FF2B5EF4-FFF2-40B4-BE49-F238E27FC236}">
                <a16:creationId xmlns:a16="http://schemas.microsoft.com/office/drawing/2014/main" id="{67ACA8D2-3C55-4AB2-2233-6603A165ACFB}"/>
              </a:ext>
            </a:extLst>
          </p:cNvPr>
          <p:cNvSpPr/>
          <p:nvPr/>
        </p:nvSpPr>
        <p:spPr>
          <a:xfrm>
            <a:off x="4777184" y="1635595"/>
            <a:ext cx="7076889" cy="4209798"/>
          </a:xfrm>
          <a:prstGeom prst="roundRect">
            <a:avLst/>
          </a:prstGeom>
          <a:solidFill>
            <a:srgbClr val="FFFFFF"/>
          </a:solidFill>
          <a:ln w="12700">
            <a:solidFill>
              <a:srgbClr val="E6ECE7"/>
            </a:solidFill>
            <a:prstDash val="solid"/>
          </a:ln>
          <a:effectLst>
            <a:outerShdw blurRad="76200" dist="25400" dir="2700000" algn="bl" rotWithShape="0">
              <a:srgbClr val="000000">
                <a:alpha val="18000"/>
              </a:srgbClr>
            </a:outerShdw>
          </a:effectLst>
        </p:spPr>
        <p:txBody>
          <a:bodyPr/>
          <a:lstStyle/>
          <a:p>
            <a:endParaRPr lang="en-US"/>
          </a:p>
        </p:txBody>
      </p:sp>
      <p:sp>
        <p:nvSpPr>
          <p:cNvPr id="16" name="Text 13">
            <a:extLst>
              <a:ext uri="{FF2B5EF4-FFF2-40B4-BE49-F238E27FC236}">
                <a16:creationId xmlns:a16="http://schemas.microsoft.com/office/drawing/2014/main" id="{06FFD2EF-DB0D-6BE9-6EC4-E355112CD047}"/>
              </a:ext>
            </a:extLst>
          </p:cNvPr>
          <p:cNvSpPr/>
          <p:nvPr/>
        </p:nvSpPr>
        <p:spPr>
          <a:xfrm>
            <a:off x="5045657" y="2723132"/>
            <a:ext cx="6613881" cy="2748869"/>
          </a:xfrm>
          <a:prstGeom prst="rect">
            <a:avLst/>
          </a:prstGeom>
          <a:noFill/>
          <a:ln/>
        </p:spPr>
        <p:txBody>
          <a:bodyPr wrap="square" lIns="91440" tIns="45720" rIns="91440" bIns="45720" rtlCol="0" anchor="ctr"/>
          <a:lstStyle/>
          <a:p>
            <a:pPr marL="342900" indent="-342900">
              <a:buFont typeface="Arial"/>
              <a:buChar char="•"/>
            </a:pPr>
            <a:r>
              <a:rPr lang="en-US" sz="2000" b="1">
                <a:solidFill>
                  <a:srgbClr val="082A20"/>
                </a:solidFill>
                <a:ea typeface="+mn-lt"/>
                <a:cs typeface="+mn-lt"/>
              </a:rPr>
              <a:t>Tea Crop Threats:</a:t>
            </a:r>
            <a:r>
              <a:rPr lang="en-US" sz="2000">
                <a:solidFill>
                  <a:srgbClr val="082A20"/>
                </a:solidFill>
                <a:ea typeface="+mn-lt"/>
                <a:cs typeface="+mn-lt"/>
              </a:rPr>
              <a:t> Tea plantations face serious losses due to leaf diseases, pests, and invasive species.</a:t>
            </a:r>
            <a:endParaRPr lang="en-US">
              <a:ea typeface="+mn-lt"/>
              <a:cs typeface="+mn-lt"/>
            </a:endParaRPr>
          </a:p>
          <a:p>
            <a:pPr marL="342900" indent="-342900">
              <a:buFont typeface="Arial"/>
              <a:buChar char="•"/>
            </a:pPr>
            <a:endParaRPr lang="en-US" sz="2000">
              <a:solidFill>
                <a:srgbClr val="082A20"/>
              </a:solidFill>
              <a:ea typeface="+mn-lt"/>
              <a:cs typeface="+mn-lt"/>
            </a:endParaRPr>
          </a:p>
          <a:p>
            <a:pPr marL="342900" indent="-342900">
              <a:buFont typeface="Arial"/>
              <a:buChar char="•"/>
            </a:pPr>
            <a:r>
              <a:rPr lang="en-US" sz="2000" b="1">
                <a:solidFill>
                  <a:srgbClr val="082A20"/>
                </a:solidFill>
                <a:ea typeface="+mn-lt"/>
                <a:cs typeface="+mn-lt"/>
              </a:rPr>
              <a:t>Manual Detection Limitations:</a:t>
            </a:r>
            <a:r>
              <a:rPr lang="en-US" sz="2000">
                <a:solidFill>
                  <a:srgbClr val="082A20"/>
                </a:solidFill>
                <a:ea typeface="+mn-lt"/>
                <a:cs typeface="+mn-lt"/>
              </a:rPr>
              <a:t> Existing manual inspection methods are slow, subjective, and often fail to detect problems early.</a:t>
            </a:r>
            <a:endParaRPr lang="en-US">
              <a:ea typeface="+mn-lt"/>
              <a:cs typeface="+mn-lt"/>
            </a:endParaRPr>
          </a:p>
          <a:p>
            <a:pPr marL="342900" indent="-342900">
              <a:buFont typeface="Arial"/>
              <a:buChar char="•"/>
            </a:pPr>
            <a:endParaRPr lang="en-US" sz="2000">
              <a:solidFill>
                <a:srgbClr val="082A20"/>
              </a:solidFill>
              <a:ea typeface="+mn-lt"/>
              <a:cs typeface="+mn-lt"/>
            </a:endParaRPr>
          </a:p>
          <a:p>
            <a:pPr marL="342900" indent="-342900">
              <a:buFont typeface="Arial"/>
              <a:buChar char="•"/>
            </a:pPr>
            <a:r>
              <a:rPr lang="en-US" sz="2000" b="1">
                <a:solidFill>
                  <a:srgbClr val="082A20"/>
                </a:solidFill>
                <a:ea typeface="+mn-lt"/>
                <a:cs typeface="+mn-lt"/>
              </a:rPr>
              <a:t>Limited Guidance:</a:t>
            </a:r>
            <a:r>
              <a:rPr lang="en-US" sz="2000">
                <a:solidFill>
                  <a:srgbClr val="082A20"/>
                </a:solidFill>
                <a:ea typeface="+mn-lt"/>
                <a:cs typeface="+mn-lt"/>
              </a:rPr>
              <a:t> Farmers lack easy access to accurate, real-time treatment guidance, leading to improper control methods, higher costs, and environmental risks.</a:t>
            </a:r>
          </a:p>
          <a:p>
            <a:pPr marL="342900" indent="-342900">
              <a:buFont typeface="Arial"/>
              <a:buChar char="•"/>
            </a:pPr>
            <a:endParaRPr lang="en-US" sz="2000">
              <a:solidFill>
                <a:srgbClr val="082A20"/>
              </a:solidFill>
              <a:ea typeface="Calibri" panose="020F0502020204030204"/>
              <a:cs typeface="Calibri" panose="020F0502020204030204"/>
            </a:endParaRPr>
          </a:p>
          <a:p>
            <a:endParaRPr lang="en-US" sz="2000" b="1">
              <a:solidFill>
                <a:srgbClr val="082A20"/>
              </a:solidFill>
              <a:ea typeface="Calibri"/>
              <a:cs typeface="Calibri"/>
            </a:endParaRPr>
          </a:p>
          <a:p>
            <a:endParaRPr lang="en-US" sz="2000">
              <a:solidFill>
                <a:srgbClr val="082A20"/>
              </a:solidFill>
              <a:ea typeface="Calibri"/>
              <a:cs typeface="Calibri"/>
            </a:endParaRPr>
          </a:p>
        </p:txBody>
      </p:sp>
      <p:sp>
        <p:nvSpPr>
          <p:cNvPr id="18" name="Text 15">
            <a:extLst>
              <a:ext uri="{FF2B5EF4-FFF2-40B4-BE49-F238E27FC236}">
                <a16:creationId xmlns:a16="http://schemas.microsoft.com/office/drawing/2014/main" id="{AA8AA7BA-A83F-EFF0-0552-26A5D6FD085F}"/>
              </a:ext>
            </a:extLst>
          </p:cNvPr>
          <p:cNvSpPr/>
          <p:nvPr/>
        </p:nvSpPr>
        <p:spPr>
          <a:xfrm>
            <a:off x="8707356" y="2281038"/>
            <a:ext cx="2606040" cy="27432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26" name="Shape 23">
            <a:extLst>
              <a:ext uri="{FF2B5EF4-FFF2-40B4-BE49-F238E27FC236}">
                <a16:creationId xmlns:a16="http://schemas.microsoft.com/office/drawing/2014/main" id="{431D873B-096E-E3A8-8E48-807C0E81870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9" name="Text 26">
            <a:extLst>
              <a:ext uri="{FF2B5EF4-FFF2-40B4-BE49-F238E27FC236}">
                <a16:creationId xmlns:a16="http://schemas.microsoft.com/office/drawing/2014/main" id="{E4DAC8E2-B4AD-98C5-D76B-FC04493DBC4D}"/>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pic>
        <p:nvPicPr>
          <p:cNvPr id="31" name="Image 0" descr="A person holding a bunch of leaves&#10;&#10;AI-generated content may be incorrect.">
            <a:extLst>
              <a:ext uri="{FF2B5EF4-FFF2-40B4-BE49-F238E27FC236}">
                <a16:creationId xmlns:a16="http://schemas.microsoft.com/office/drawing/2014/main" id="{F934FD5A-A969-3323-45ED-67A020C72854}"/>
              </a:ext>
            </a:extLst>
          </p:cNvPr>
          <p:cNvPicPr>
            <a:picLocks noChangeAspect="1"/>
          </p:cNvPicPr>
          <p:nvPr/>
        </p:nvPicPr>
        <p:blipFill>
          <a:blip r:embed="rId3"/>
          <a:srcRect l="23964" r="23964"/>
          <a:stretch/>
        </p:blipFill>
        <p:spPr>
          <a:xfrm>
            <a:off x="338318" y="635783"/>
            <a:ext cx="4070985" cy="5212080"/>
          </a:xfrm>
          <a:prstGeom prst="rect">
            <a:avLst/>
          </a:prstGeom>
        </p:spPr>
      </p:pic>
      <p:grpSp>
        <p:nvGrpSpPr>
          <p:cNvPr id="38" name="Group 37">
            <a:extLst>
              <a:ext uri="{FF2B5EF4-FFF2-40B4-BE49-F238E27FC236}">
                <a16:creationId xmlns:a16="http://schemas.microsoft.com/office/drawing/2014/main" id="{088239CE-BBE5-CCA8-ECB3-F9CB32CAE8E9}"/>
              </a:ext>
            </a:extLst>
          </p:cNvPr>
          <p:cNvGrpSpPr/>
          <p:nvPr/>
        </p:nvGrpSpPr>
        <p:grpSpPr>
          <a:xfrm>
            <a:off x="-33338" y="6455569"/>
            <a:ext cx="12215812" cy="474107"/>
            <a:chOff x="4762" y="6455569"/>
            <a:chExt cx="12215812" cy="474107"/>
          </a:xfrm>
        </p:grpSpPr>
        <p:sp>
          <p:nvSpPr>
            <p:cNvPr id="33" name="Rectangle 32">
              <a:extLst>
                <a:ext uri="{FF2B5EF4-FFF2-40B4-BE49-F238E27FC236}">
                  <a16:creationId xmlns:a16="http://schemas.microsoft.com/office/drawing/2014/main" id="{69A922D8-594A-379C-E614-350B6B362E32}"/>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03817E4-2048-02E8-09C3-F3E365BA01C8}"/>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5" name="Text 23">
              <a:extLst>
                <a:ext uri="{FF2B5EF4-FFF2-40B4-BE49-F238E27FC236}">
                  <a16:creationId xmlns:a16="http://schemas.microsoft.com/office/drawing/2014/main" id="{CF20343B-243B-7F7B-53A6-36F9A0CD4843}"/>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29</a:t>
              </a:r>
            </a:p>
          </p:txBody>
        </p:sp>
        <p:pic>
          <p:nvPicPr>
            <p:cNvPr id="36" name="Picture 35">
              <a:extLst>
                <a:ext uri="{FF2B5EF4-FFF2-40B4-BE49-F238E27FC236}">
                  <a16:creationId xmlns:a16="http://schemas.microsoft.com/office/drawing/2014/main" id="{126A4E3B-072F-E1AE-A6C1-892B5CDFFC92}"/>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7" name="TextBox 36">
              <a:extLst>
                <a:ext uri="{FF2B5EF4-FFF2-40B4-BE49-F238E27FC236}">
                  <a16:creationId xmlns:a16="http://schemas.microsoft.com/office/drawing/2014/main" id="{3A81DEDE-4D40-479B-0D3C-E02EB848F3A4}"/>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3207891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AB18F-0227-423C-AC47-C6467F110DBF}"/>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3E511F91-E9E4-E2B7-1C47-4796A2EBE96B}"/>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6DBA9792-1196-4DDC-543E-D02E16F1B2E9}"/>
              </a:ext>
            </a:extLst>
          </p:cNvPr>
          <p:cNvSpPr/>
          <p:nvPr/>
        </p:nvSpPr>
        <p:spPr>
          <a:xfrm>
            <a:off x="24984" y="87443"/>
            <a:ext cx="12191695" cy="6858000"/>
          </a:xfrm>
          <a:prstGeom prst="rect">
            <a:avLst/>
          </a:prstGeom>
          <a:solidFill>
            <a:srgbClr val="000000">
              <a:alpha val="28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1DB0F976-6BBB-67EA-F791-2FE56360240B}"/>
              </a:ext>
            </a:extLst>
          </p:cNvPr>
          <p:cNvSpPr/>
          <p:nvPr/>
        </p:nvSpPr>
        <p:spPr>
          <a:xfrm>
            <a:off x="668021" y="514146"/>
            <a:ext cx="10789920" cy="640080"/>
          </a:xfrm>
          <a:prstGeom prst="rect">
            <a:avLst/>
          </a:prstGeom>
          <a:noFill/>
          <a:ln/>
        </p:spPr>
        <p:txBody>
          <a:bodyPr wrap="square" lIns="91440" tIns="45720" rIns="91440" bIns="45720" rtlCol="0" anchor="ctr"/>
          <a:lstStyle/>
          <a:p>
            <a:r>
              <a:rPr lang="en-US" sz="4000" b="1">
                <a:solidFill>
                  <a:srgbClr val="F6F7F5"/>
                </a:solidFill>
                <a:ea typeface="+mn-lt"/>
                <a:cs typeface="+mn-lt"/>
              </a:rPr>
              <a:t>What is New in It?</a:t>
            </a:r>
            <a:endParaRPr lang="en-US" sz="4000" b="1">
              <a:ea typeface="Calibri"/>
              <a:cs typeface="Calibri"/>
            </a:endParaRPr>
          </a:p>
        </p:txBody>
      </p:sp>
      <p:sp>
        <p:nvSpPr>
          <p:cNvPr id="11" name="Text 8">
            <a:extLst>
              <a:ext uri="{FF2B5EF4-FFF2-40B4-BE49-F238E27FC236}">
                <a16:creationId xmlns:a16="http://schemas.microsoft.com/office/drawing/2014/main" id="{225F13F0-FAD0-AA48-97A4-6FFC688BA00B}"/>
              </a:ext>
            </a:extLst>
          </p:cNvPr>
          <p:cNvSpPr/>
          <p:nvPr/>
        </p:nvSpPr>
        <p:spPr>
          <a:xfrm>
            <a:off x="827213" y="2820556"/>
            <a:ext cx="10939483" cy="604992"/>
          </a:xfrm>
          <a:prstGeom prst="rect">
            <a:avLst/>
          </a:prstGeom>
          <a:noFill/>
          <a:ln/>
        </p:spPr>
        <p:txBody>
          <a:bodyPr wrap="square" lIns="91440" tIns="45720" rIns="91440" bIns="45720" rtlCol="0" anchor="ctr"/>
          <a:lstStyle/>
          <a:p>
            <a:pPr marL="285750" indent="-285750">
              <a:buFont typeface="Arial"/>
              <a:buChar char="•"/>
            </a:pPr>
            <a:endParaRPr lang="en-US" sz="2400">
              <a:solidFill>
                <a:srgbClr val="FFFFFF"/>
              </a:solidFill>
              <a:ea typeface="Calibri"/>
              <a:cs typeface="Calibri"/>
            </a:endParaRPr>
          </a:p>
          <a:p>
            <a:endParaRPr lang="en-US" sz="2400">
              <a:solidFill>
                <a:srgbClr val="FFFFFF"/>
              </a:solidFill>
              <a:ea typeface="Calibri"/>
              <a:cs typeface="Calibri"/>
            </a:endParaRPr>
          </a:p>
        </p:txBody>
      </p:sp>
      <p:sp>
        <p:nvSpPr>
          <p:cNvPr id="13" name="Shape 10">
            <a:extLst>
              <a:ext uri="{FF2B5EF4-FFF2-40B4-BE49-F238E27FC236}">
                <a16:creationId xmlns:a16="http://schemas.microsoft.com/office/drawing/2014/main" id="{47B0CE16-1051-562D-EAA1-E4141C359AB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1205DA0E-DEF1-1149-D889-667FBCC3E17C}"/>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6" name="Text 13">
            <a:extLst>
              <a:ext uri="{FF2B5EF4-FFF2-40B4-BE49-F238E27FC236}">
                <a16:creationId xmlns:a16="http://schemas.microsoft.com/office/drawing/2014/main" id="{E26617D8-B3A8-83E2-390F-AD2D8536F3DA}"/>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5</a:t>
            </a:r>
            <a:endParaRPr lang="en-US" sz="1000"/>
          </a:p>
        </p:txBody>
      </p:sp>
      <p:sp>
        <p:nvSpPr>
          <p:cNvPr id="18" name="Shape 6">
            <a:extLst>
              <a:ext uri="{FF2B5EF4-FFF2-40B4-BE49-F238E27FC236}">
                <a16:creationId xmlns:a16="http://schemas.microsoft.com/office/drawing/2014/main" id="{BCF5CDFB-EBB0-31D9-B8ED-188938527CF4}"/>
              </a:ext>
            </a:extLst>
          </p:cNvPr>
          <p:cNvSpPr/>
          <p:nvPr/>
        </p:nvSpPr>
        <p:spPr>
          <a:xfrm>
            <a:off x="546015" y="1713815"/>
            <a:ext cx="244195" cy="261916"/>
          </a:xfrm>
          <a:prstGeom prst="ellipse">
            <a:avLst/>
          </a:prstGeom>
          <a:solidFill>
            <a:srgbClr val="C8A13C"/>
          </a:solidFill>
          <a:ln w="12700">
            <a:solidFill>
              <a:srgbClr val="C8A13C"/>
            </a:solidFill>
            <a:prstDash val="solid"/>
          </a:ln>
        </p:spPr>
        <p:txBody>
          <a:bodyPr/>
          <a:lstStyle/>
          <a:p>
            <a:endParaRPr lang="en-US"/>
          </a:p>
        </p:txBody>
      </p:sp>
      <p:sp>
        <p:nvSpPr>
          <p:cNvPr id="22" name="Shape 6">
            <a:extLst>
              <a:ext uri="{FF2B5EF4-FFF2-40B4-BE49-F238E27FC236}">
                <a16:creationId xmlns:a16="http://schemas.microsoft.com/office/drawing/2014/main" id="{EAE1897C-5BDD-320C-6C80-9CF062EAA10F}"/>
              </a:ext>
            </a:extLst>
          </p:cNvPr>
          <p:cNvSpPr/>
          <p:nvPr/>
        </p:nvSpPr>
        <p:spPr>
          <a:xfrm>
            <a:off x="546015" y="2562023"/>
            <a:ext cx="244195" cy="261916"/>
          </a:xfrm>
          <a:prstGeom prst="ellipse">
            <a:avLst/>
          </a:prstGeom>
          <a:solidFill>
            <a:srgbClr val="C8A13C"/>
          </a:solidFill>
          <a:ln w="12700">
            <a:solidFill>
              <a:srgbClr val="C8A13C"/>
            </a:solidFill>
            <a:prstDash val="solid"/>
          </a:ln>
        </p:spPr>
        <p:txBody>
          <a:bodyPr/>
          <a:lstStyle/>
          <a:p>
            <a:endParaRPr lang="en-US"/>
          </a:p>
        </p:txBody>
      </p:sp>
      <p:sp>
        <p:nvSpPr>
          <p:cNvPr id="24" name="Shape 6">
            <a:extLst>
              <a:ext uri="{FF2B5EF4-FFF2-40B4-BE49-F238E27FC236}">
                <a16:creationId xmlns:a16="http://schemas.microsoft.com/office/drawing/2014/main" id="{C7ED66DE-7C12-72AD-D13F-D0D1A5AFC578}"/>
              </a:ext>
            </a:extLst>
          </p:cNvPr>
          <p:cNvSpPr/>
          <p:nvPr/>
        </p:nvSpPr>
        <p:spPr>
          <a:xfrm>
            <a:off x="546014" y="3427953"/>
            <a:ext cx="244195" cy="261916"/>
          </a:xfrm>
          <a:prstGeom prst="ellipse">
            <a:avLst/>
          </a:prstGeom>
          <a:solidFill>
            <a:srgbClr val="C8A13C"/>
          </a:solidFill>
          <a:ln w="12700">
            <a:solidFill>
              <a:srgbClr val="C8A13C"/>
            </a:solidFill>
            <a:prstDash val="solid"/>
          </a:ln>
        </p:spPr>
        <p:txBody>
          <a:bodyPr/>
          <a:lstStyle/>
          <a:p>
            <a:endParaRPr lang="en-US"/>
          </a:p>
        </p:txBody>
      </p:sp>
      <p:grpSp>
        <p:nvGrpSpPr>
          <p:cNvPr id="31" name="Group 30">
            <a:extLst>
              <a:ext uri="{FF2B5EF4-FFF2-40B4-BE49-F238E27FC236}">
                <a16:creationId xmlns:a16="http://schemas.microsoft.com/office/drawing/2014/main" id="{D42DDE57-5FA4-59FE-94E9-4CEC8CEAC8A8}"/>
              </a:ext>
            </a:extLst>
          </p:cNvPr>
          <p:cNvGrpSpPr/>
          <p:nvPr/>
        </p:nvGrpSpPr>
        <p:grpSpPr>
          <a:xfrm>
            <a:off x="-4763" y="6446044"/>
            <a:ext cx="12215812" cy="474107"/>
            <a:chOff x="4762" y="6455569"/>
            <a:chExt cx="12215812" cy="474107"/>
          </a:xfrm>
        </p:grpSpPr>
        <p:sp>
          <p:nvSpPr>
            <p:cNvPr id="26" name="Rectangle 25">
              <a:extLst>
                <a:ext uri="{FF2B5EF4-FFF2-40B4-BE49-F238E27FC236}">
                  <a16:creationId xmlns:a16="http://schemas.microsoft.com/office/drawing/2014/main" id="{77A48AA1-8932-745C-A833-94DE702CE34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FA6E524-BB19-E85E-8FCD-8BA3C59397A4}"/>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8" name="Text 23">
              <a:extLst>
                <a:ext uri="{FF2B5EF4-FFF2-40B4-BE49-F238E27FC236}">
                  <a16:creationId xmlns:a16="http://schemas.microsoft.com/office/drawing/2014/main" id="{373D1CF3-F64B-0E9F-E4A7-86DCD1B5B506}"/>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30</a:t>
              </a:r>
            </a:p>
          </p:txBody>
        </p:sp>
        <p:pic>
          <p:nvPicPr>
            <p:cNvPr id="29" name="Picture 28">
              <a:extLst>
                <a:ext uri="{FF2B5EF4-FFF2-40B4-BE49-F238E27FC236}">
                  <a16:creationId xmlns:a16="http://schemas.microsoft.com/office/drawing/2014/main" id="{C3BD390B-08BB-E160-EB36-6B3161EF872E}"/>
                </a:ext>
              </a:extLst>
            </p:cNvPr>
            <p:cNvPicPr>
              <a:picLocks noChangeAspect="1"/>
            </p:cNvPicPr>
            <p:nvPr/>
          </p:nvPicPr>
          <p:blipFill>
            <a:blip r:embed="rId4"/>
            <a:stretch>
              <a:fillRect/>
            </a:stretch>
          </p:blipFill>
          <p:spPr>
            <a:xfrm>
              <a:off x="109538" y="6472238"/>
              <a:ext cx="2371725" cy="381000"/>
            </a:xfrm>
            <a:prstGeom prst="rect">
              <a:avLst/>
            </a:prstGeom>
          </p:spPr>
        </p:pic>
        <p:sp>
          <p:nvSpPr>
            <p:cNvPr id="30" name="TextBox 29">
              <a:extLst>
                <a:ext uri="{FF2B5EF4-FFF2-40B4-BE49-F238E27FC236}">
                  <a16:creationId xmlns:a16="http://schemas.microsoft.com/office/drawing/2014/main" id="{52D18419-200E-1C85-0DF8-DBFA42814B68}"/>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7" name="TextBox 6">
            <a:extLst>
              <a:ext uri="{FF2B5EF4-FFF2-40B4-BE49-F238E27FC236}">
                <a16:creationId xmlns:a16="http://schemas.microsoft.com/office/drawing/2014/main" id="{7C170FB1-41F3-3A05-94BC-07C908349F0E}"/>
              </a:ext>
            </a:extLst>
          </p:cNvPr>
          <p:cNvSpPr txBox="1"/>
          <p:nvPr/>
        </p:nvSpPr>
        <p:spPr>
          <a:xfrm>
            <a:off x="993591" y="1456776"/>
            <a:ext cx="10222301"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FFFFF"/>
                </a:solidFill>
              </a:rPr>
              <a:t>Early Field-Level Identification:  </a:t>
            </a:r>
            <a:r>
              <a:rPr lang="en-US" sz="2000">
                <a:solidFill>
                  <a:srgbClr val="FFFFFF"/>
                </a:solidFill>
              </a:rPr>
              <a:t>Enables </a:t>
            </a:r>
            <a:r>
              <a:rPr lang="en-US" sz="2000" b="1">
                <a:solidFill>
                  <a:srgbClr val="FFFFFF"/>
                </a:solidFill>
              </a:rPr>
              <a:t>early detection from leaf images</a:t>
            </a:r>
            <a:r>
              <a:rPr lang="en-US" sz="2000">
                <a:solidFill>
                  <a:srgbClr val="FFFFFF"/>
                </a:solidFill>
              </a:rPr>
              <a:t>, reducing delays caused by manual inspection and late expert intervention</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b="1">
                <a:solidFill>
                  <a:srgbClr val="FFFFFF"/>
                </a:solidFill>
                <a:ea typeface="+mn-lt"/>
                <a:cs typeface="+mn-lt"/>
              </a:rPr>
              <a:t>Actionable Treatment Guidance:  Goes beyond detection by providing practical treatment and management recommendations</a:t>
            </a:r>
            <a:r>
              <a:rPr lang="en-US" sz="2000">
                <a:solidFill>
                  <a:srgbClr val="FFFFFF"/>
                </a:solidFill>
                <a:ea typeface="+mn-lt"/>
                <a:cs typeface="+mn-lt"/>
              </a:rPr>
              <a:t>, including eco-friendly options</a:t>
            </a:r>
          </a:p>
          <a:p>
            <a:endParaRPr lang="en-US" sz="2000">
              <a:solidFill>
                <a:srgbClr val="FFFFFF"/>
              </a:solidFill>
              <a:ea typeface="Calibri"/>
              <a:cs typeface="Calibri"/>
            </a:endParaRPr>
          </a:p>
          <a:p>
            <a:r>
              <a:rPr lang="en-US" sz="2000" b="1">
                <a:solidFill>
                  <a:srgbClr val="FFFFFF"/>
                </a:solidFill>
                <a:ea typeface="+mn-lt"/>
                <a:cs typeface="+mn-lt"/>
              </a:rPr>
              <a:t>Locally Trained, Sri Lanka–Specific Models:  Uses locally collected datasets from TRI and Sri Lankan tea estates</a:t>
            </a:r>
            <a:r>
              <a:rPr lang="en-US" sz="2000">
                <a:solidFill>
                  <a:srgbClr val="FFFFFF"/>
                </a:solidFill>
                <a:ea typeface="+mn-lt"/>
                <a:cs typeface="+mn-lt"/>
              </a:rPr>
              <a:t>, improving accuracy and real-world applicability.</a:t>
            </a:r>
            <a:endParaRPr lang="en-US" sz="2000">
              <a:ea typeface="Calibri" panose="020F0502020204030204"/>
              <a:cs typeface="Calibri" panose="020F0502020204030204"/>
            </a:endParaRPr>
          </a:p>
          <a:p>
            <a:endParaRPr lang="en-US" sz="2000">
              <a:solidFill>
                <a:srgbClr val="FFFFFF"/>
              </a:solidFill>
              <a:ea typeface="Calibri"/>
              <a:cs typeface="Calibri"/>
            </a:endParaRPr>
          </a:p>
          <a:p>
            <a:r>
              <a:rPr lang="en-US" sz="2000" b="1">
                <a:solidFill>
                  <a:srgbClr val="FFFFFF"/>
                </a:solidFill>
                <a:ea typeface="+mn-lt"/>
                <a:cs typeface="+mn-lt"/>
              </a:rPr>
              <a:t>Focused on Major Local Threats:  Covers key diseases, pests, and emerging invasive species</a:t>
            </a:r>
            <a:r>
              <a:rPr lang="en-US" sz="2000">
                <a:solidFill>
                  <a:srgbClr val="FFFFFF"/>
                </a:solidFill>
                <a:ea typeface="+mn-lt"/>
                <a:cs typeface="+mn-lt"/>
              </a:rPr>
              <a:t> commonly affecting Sri Lankan tea plantations.</a:t>
            </a:r>
            <a:endParaRPr lang="en-US" sz="2000">
              <a:ea typeface="Calibri" panose="020F0502020204030204"/>
              <a:cs typeface="Calibri" panose="020F0502020204030204"/>
            </a:endParaRPr>
          </a:p>
          <a:p>
            <a:endParaRPr lang="en-US" sz="2000">
              <a:solidFill>
                <a:srgbClr val="FFFFFF"/>
              </a:solidFill>
              <a:ea typeface="Calibri"/>
              <a:cs typeface="Calibri"/>
            </a:endParaRPr>
          </a:p>
          <a:p>
            <a:r>
              <a:rPr lang="en-US" sz="2000" b="1">
                <a:solidFill>
                  <a:srgbClr val="FFFFFF"/>
                </a:solidFill>
                <a:ea typeface="+mn-lt"/>
                <a:cs typeface="+mn-lt"/>
              </a:rPr>
              <a:t>Unified AI-Based Detection:  A single AI system that detects tea leaf diseases, pests, and invasive species</a:t>
            </a:r>
            <a:r>
              <a:rPr lang="en-US" sz="2000">
                <a:solidFill>
                  <a:srgbClr val="FFFFFF"/>
                </a:solidFill>
                <a:ea typeface="+mn-lt"/>
                <a:cs typeface="+mn-lt"/>
              </a:rPr>
              <a:t>, unlike existing solutions that address only one problem.</a:t>
            </a:r>
            <a:endParaRPr lang="en-US" sz="2000">
              <a:ea typeface="Calibri" panose="020F0502020204030204"/>
              <a:cs typeface="Calibri" panose="020F0502020204030204"/>
            </a:endParaRPr>
          </a:p>
          <a:p>
            <a:pPr algn="ctr"/>
            <a:endParaRPr lang="en-US">
              <a:solidFill>
                <a:srgbClr val="FFFFFF"/>
              </a:solidFill>
              <a:ea typeface="Calibri"/>
              <a:cs typeface="Calibri"/>
            </a:endParaRPr>
          </a:p>
        </p:txBody>
      </p:sp>
      <p:sp>
        <p:nvSpPr>
          <p:cNvPr id="8" name="Shape 6">
            <a:extLst>
              <a:ext uri="{FF2B5EF4-FFF2-40B4-BE49-F238E27FC236}">
                <a16:creationId xmlns:a16="http://schemas.microsoft.com/office/drawing/2014/main" id="{8A29CDC5-E8DB-0124-0899-61CDEFA7EC44}"/>
              </a:ext>
            </a:extLst>
          </p:cNvPr>
          <p:cNvSpPr/>
          <p:nvPr/>
        </p:nvSpPr>
        <p:spPr>
          <a:xfrm>
            <a:off x="546014" y="4395899"/>
            <a:ext cx="244195" cy="261916"/>
          </a:xfrm>
          <a:prstGeom prst="ellipse">
            <a:avLst/>
          </a:prstGeom>
          <a:solidFill>
            <a:srgbClr val="C8A13C"/>
          </a:solidFill>
          <a:ln w="12700">
            <a:solidFill>
              <a:srgbClr val="C8A13C"/>
            </a:solidFill>
            <a:prstDash val="solid"/>
          </a:ln>
        </p:spPr>
        <p:txBody>
          <a:bodyPr/>
          <a:lstStyle/>
          <a:p>
            <a:endParaRPr lang="en-US"/>
          </a:p>
        </p:txBody>
      </p:sp>
      <p:sp>
        <p:nvSpPr>
          <p:cNvPr id="9" name="Shape 6">
            <a:extLst>
              <a:ext uri="{FF2B5EF4-FFF2-40B4-BE49-F238E27FC236}">
                <a16:creationId xmlns:a16="http://schemas.microsoft.com/office/drawing/2014/main" id="{5511DE6F-E4A0-689A-1E8D-0B018D4152D1}"/>
              </a:ext>
            </a:extLst>
          </p:cNvPr>
          <p:cNvSpPr/>
          <p:nvPr/>
        </p:nvSpPr>
        <p:spPr>
          <a:xfrm>
            <a:off x="546014" y="5271169"/>
            <a:ext cx="244195" cy="261916"/>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1155503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6CCFD-A631-61FD-5B0A-9ABD39639F5B}"/>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0D519F36-03C7-BADE-95F9-D90424162C4F}"/>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AA71C13C-5E07-21FA-BAA8-05790BEDAA67}"/>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03243F4B-7FA9-47A1-C023-A804F1102A4B}"/>
              </a:ext>
            </a:extLst>
          </p:cNvPr>
          <p:cNvSpPr/>
          <p:nvPr/>
        </p:nvSpPr>
        <p:spPr>
          <a:xfrm>
            <a:off x="465907" y="629093"/>
            <a:ext cx="10789920" cy="640080"/>
          </a:xfrm>
          <a:prstGeom prst="rect">
            <a:avLst/>
          </a:prstGeom>
          <a:noFill/>
          <a:ln/>
        </p:spPr>
        <p:txBody>
          <a:bodyPr wrap="square" lIns="91440" tIns="45720" rIns="91440" bIns="45720" rtlCol="0" anchor="ctr"/>
          <a:lstStyle/>
          <a:p>
            <a:r>
              <a:rPr lang="en-US" sz="3400" b="1">
                <a:solidFill>
                  <a:schemeClr val="bg1"/>
                </a:solidFill>
              </a:rPr>
              <a:t>Solution: How It Addresses the Problems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DDCC8571-E4D6-3B7A-4C60-0E8256AF7CB4}"/>
              </a:ext>
            </a:extLst>
          </p:cNvPr>
          <p:cNvSpPr/>
          <p:nvPr/>
        </p:nvSpPr>
        <p:spPr>
          <a:xfrm>
            <a:off x="464470" y="1345400"/>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B99B9488-EB2F-D423-90D1-DFBC1330E501}"/>
              </a:ext>
            </a:extLst>
          </p:cNvPr>
          <p:cNvSpPr/>
          <p:nvPr/>
        </p:nvSpPr>
        <p:spPr>
          <a:xfrm>
            <a:off x="554638" y="1403219"/>
            <a:ext cx="587358" cy="607954"/>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25007411-5D6B-C71C-48AF-C23D55637D60}"/>
              </a:ext>
            </a:extLst>
          </p:cNvPr>
          <p:cNvSpPr/>
          <p:nvPr/>
        </p:nvSpPr>
        <p:spPr>
          <a:xfrm>
            <a:off x="482557" y="1409105"/>
            <a:ext cx="741817" cy="616189"/>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6CFF797C-190F-E68B-137F-64467D95C115}"/>
              </a:ext>
            </a:extLst>
          </p:cNvPr>
          <p:cNvSpPr/>
          <p:nvPr/>
        </p:nvSpPr>
        <p:spPr>
          <a:xfrm>
            <a:off x="1353888" y="1396036"/>
            <a:ext cx="9901380" cy="636379"/>
          </a:xfrm>
          <a:prstGeom prst="rect">
            <a:avLst/>
          </a:prstGeom>
          <a:noFill/>
          <a:ln/>
        </p:spPr>
        <p:txBody>
          <a:bodyPr wrap="square" lIns="91440" tIns="45720" rIns="91440" bIns="45720" rtlCol="0" anchor="ctr"/>
          <a:lstStyle/>
          <a:p>
            <a:r>
              <a:rPr lang="en-US" b="1">
                <a:ea typeface="+mn-lt"/>
                <a:cs typeface="+mn-lt"/>
              </a:rPr>
              <a:t>AI-Based Early Detection:  Uses image-based AI models to detect tea leaf diseases, and invasive species at early stages</a:t>
            </a:r>
            <a:r>
              <a:rPr lang="en-US">
                <a:ea typeface="+mn-lt"/>
                <a:cs typeface="+mn-lt"/>
              </a:rPr>
              <a:t>, reducing crop damage and yield loss.</a:t>
            </a:r>
          </a:p>
        </p:txBody>
      </p:sp>
      <p:sp>
        <p:nvSpPr>
          <p:cNvPr id="23" name="Shape 20">
            <a:extLst>
              <a:ext uri="{FF2B5EF4-FFF2-40B4-BE49-F238E27FC236}">
                <a16:creationId xmlns:a16="http://schemas.microsoft.com/office/drawing/2014/main" id="{FD3FE2CC-526B-5960-E9F3-801500F3CA8D}"/>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0DA279E8-4B6F-1AC8-0D44-A0DFB663F8DA}"/>
              </a:ext>
            </a:extLst>
          </p:cNvPr>
          <p:cNvSpPr/>
          <p:nvPr/>
        </p:nvSpPr>
        <p:spPr>
          <a:xfrm>
            <a:off x="751722" y="3660860"/>
            <a:ext cx="731520" cy="502920"/>
          </a:xfrm>
          <a:prstGeom prst="rect">
            <a:avLst/>
          </a:prstGeom>
          <a:noFill/>
          <a:ln/>
        </p:spPr>
        <p:txBody>
          <a:bodyPr wrap="square" lIns="91440" tIns="45720" rIns="91440" bIns="45720" rtlCol="0" anchor="ctr"/>
          <a:lstStyle/>
          <a:p>
            <a:pPr marL="0" indent="0" algn="ctr">
              <a:buNone/>
            </a:pPr>
            <a:endParaRPr lang="en-US" sz="1800">
              <a:ea typeface="Calibri"/>
              <a:cs typeface="Calibri"/>
            </a:endParaRPr>
          </a:p>
        </p:txBody>
      </p:sp>
      <p:sp>
        <p:nvSpPr>
          <p:cNvPr id="33" name="Text 7">
            <a:extLst>
              <a:ext uri="{FF2B5EF4-FFF2-40B4-BE49-F238E27FC236}">
                <a16:creationId xmlns:a16="http://schemas.microsoft.com/office/drawing/2014/main" id="{861B0F15-D9B5-90B8-027C-EA2B1AE50893}"/>
              </a:ext>
            </a:extLst>
          </p:cNvPr>
          <p:cNvSpPr/>
          <p:nvPr/>
        </p:nvSpPr>
        <p:spPr>
          <a:xfrm>
            <a:off x="778302" y="5140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grpSp>
        <p:nvGrpSpPr>
          <p:cNvPr id="44" name="Group 43">
            <a:extLst>
              <a:ext uri="{FF2B5EF4-FFF2-40B4-BE49-F238E27FC236}">
                <a16:creationId xmlns:a16="http://schemas.microsoft.com/office/drawing/2014/main" id="{4B6AE1FE-D32F-C07C-C634-CCDF49E80235}"/>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26BF65A5-38AE-AA54-CD92-101B09B65F32}"/>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81154A0-8FB9-8E27-3BAE-838D3BFF78DF}"/>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F66A4D1D-ECBD-742A-8FF4-7A586C3C19E2}"/>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24</a:t>
              </a:r>
            </a:p>
          </p:txBody>
        </p:sp>
        <p:pic>
          <p:nvPicPr>
            <p:cNvPr id="42" name="Picture 41">
              <a:extLst>
                <a:ext uri="{FF2B5EF4-FFF2-40B4-BE49-F238E27FC236}">
                  <a16:creationId xmlns:a16="http://schemas.microsoft.com/office/drawing/2014/main" id="{9D88B839-DD5A-3D68-2239-70EB41DA3FF9}"/>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6C010B1F-EC06-0AB4-7664-1123745D37CB}"/>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
        <p:nvSpPr>
          <p:cNvPr id="7" name="Shape 5">
            <a:extLst>
              <a:ext uri="{FF2B5EF4-FFF2-40B4-BE49-F238E27FC236}">
                <a16:creationId xmlns:a16="http://schemas.microsoft.com/office/drawing/2014/main" id="{9DE2DCBC-9380-45F9-A0C4-75BD435E7D36}"/>
              </a:ext>
            </a:extLst>
          </p:cNvPr>
          <p:cNvSpPr/>
          <p:nvPr/>
        </p:nvSpPr>
        <p:spPr>
          <a:xfrm>
            <a:off x="464470" y="2323643"/>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2" name="Shape 5">
            <a:extLst>
              <a:ext uri="{FF2B5EF4-FFF2-40B4-BE49-F238E27FC236}">
                <a16:creationId xmlns:a16="http://schemas.microsoft.com/office/drawing/2014/main" id="{63E75F75-A2FD-08E4-C1BD-DF2334CE347F}"/>
              </a:ext>
            </a:extLst>
          </p:cNvPr>
          <p:cNvSpPr/>
          <p:nvPr/>
        </p:nvSpPr>
        <p:spPr>
          <a:xfrm>
            <a:off x="464470" y="5278968"/>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3" name="Shape 5">
            <a:extLst>
              <a:ext uri="{FF2B5EF4-FFF2-40B4-BE49-F238E27FC236}">
                <a16:creationId xmlns:a16="http://schemas.microsoft.com/office/drawing/2014/main" id="{AC0DB5F4-12FD-0357-B76F-03DA35E3DBB3}"/>
              </a:ext>
            </a:extLst>
          </p:cNvPr>
          <p:cNvSpPr/>
          <p:nvPr/>
        </p:nvSpPr>
        <p:spPr>
          <a:xfrm>
            <a:off x="464470" y="3291589"/>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4" name="Shape 5">
            <a:extLst>
              <a:ext uri="{FF2B5EF4-FFF2-40B4-BE49-F238E27FC236}">
                <a16:creationId xmlns:a16="http://schemas.microsoft.com/office/drawing/2014/main" id="{5D75286A-A2C5-B77E-4BA3-738038D2F89F}"/>
              </a:ext>
            </a:extLst>
          </p:cNvPr>
          <p:cNvSpPr/>
          <p:nvPr/>
        </p:nvSpPr>
        <p:spPr>
          <a:xfrm>
            <a:off x="485064" y="4321319"/>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5" name="Shape 6">
            <a:extLst>
              <a:ext uri="{FF2B5EF4-FFF2-40B4-BE49-F238E27FC236}">
                <a16:creationId xmlns:a16="http://schemas.microsoft.com/office/drawing/2014/main" id="{E08E48FE-1A21-FA8F-6D68-E48D393C05ED}"/>
              </a:ext>
            </a:extLst>
          </p:cNvPr>
          <p:cNvSpPr/>
          <p:nvPr/>
        </p:nvSpPr>
        <p:spPr>
          <a:xfrm>
            <a:off x="554638" y="2381462"/>
            <a:ext cx="587358" cy="607954"/>
          </a:xfrm>
          <a:prstGeom prst="ellipse">
            <a:avLst/>
          </a:prstGeom>
          <a:solidFill>
            <a:srgbClr val="C8A13C"/>
          </a:solidFill>
          <a:ln w="12700">
            <a:solidFill>
              <a:srgbClr val="C8A13C"/>
            </a:solidFill>
            <a:prstDash val="solid"/>
          </a:ln>
        </p:spPr>
        <p:txBody>
          <a:bodyPr/>
          <a:lstStyle/>
          <a:p>
            <a:endParaRPr lang="en-US"/>
          </a:p>
        </p:txBody>
      </p:sp>
      <p:sp>
        <p:nvSpPr>
          <p:cNvPr id="16" name="Shape 6">
            <a:extLst>
              <a:ext uri="{FF2B5EF4-FFF2-40B4-BE49-F238E27FC236}">
                <a16:creationId xmlns:a16="http://schemas.microsoft.com/office/drawing/2014/main" id="{A96ABA37-E4FD-D91E-39DD-5537440F58F3}"/>
              </a:ext>
            </a:extLst>
          </p:cNvPr>
          <p:cNvSpPr/>
          <p:nvPr/>
        </p:nvSpPr>
        <p:spPr>
          <a:xfrm>
            <a:off x="554637" y="3349408"/>
            <a:ext cx="587358" cy="607954"/>
          </a:xfrm>
          <a:prstGeom prst="ellipse">
            <a:avLst/>
          </a:prstGeom>
          <a:solidFill>
            <a:srgbClr val="C8A13C"/>
          </a:solidFill>
          <a:ln w="12700">
            <a:solidFill>
              <a:srgbClr val="C8A13C"/>
            </a:solidFill>
            <a:prstDash val="solid"/>
          </a:ln>
        </p:spPr>
        <p:txBody>
          <a:bodyPr/>
          <a:lstStyle/>
          <a:p>
            <a:endParaRPr lang="en-US"/>
          </a:p>
        </p:txBody>
      </p:sp>
      <p:sp>
        <p:nvSpPr>
          <p:cNvPr id="17" name="Shape 6">
            <a:extLst>
              <a:ext uri="{FF2B5EF4-FFF2-40B4-BE49-F238E27FC236}">
                <a16:creationId xmlns:a16="http://schemas.microsoft.com/office/drawing/2014/main" id="{BA9A8BAD-EDBC-C247-A97C-86513F34D6D2}"/>
              </a:ext>
            </a:extLst>
          </p:cNvPr>
          <p:cNvSpPr/>
          <p:nvPr/>
        </p:nvSpPr>
        <p:spPr>
          <a:xfrm>
            <a:off x="554638" y="4379137"/>
            <a:ext cx="587358" cy="607954"/>
          </a:xfrm>
          <a:prstGeom prst="ellipse">
            <a:avLst/>
          </a:prstGeom>
          <a:solidFill>
            <a:srgbClr val="C8A13C"/>
          </a:solidFill>
          <a:ln w="12700">
            <a:solidFill>
              <a:srgbClr val="C8A13C"/>
            </a:solidFill>
            <a:prstDash val="solid"/>
          </a:ln>
        </p:spPr>
        <p:txBody>
          <a:bodyPr/>
          <a:lstStyle/>
          <a:p>
            <a:endParaRPr lang="en-US"/>
          </a:p>
        </p:txBody>
      </p:sp>
      <p:sp>
        <p:nvSpPr>
          <p:cNvPr id="18" name="Shape 6">
            <a:extLst>
              <a:ext uri="{FF2B5EF4-FFF2-40B4-BE49-F238E27FC236}">
                <a16:creationId xmlns:a16="http://schemas.microsoft.com/office/drawing/2014/main" id="{82C99044-18CF-9B5B-1692-64C86346BEC0}"/>
              </a:ext>
            </a:extLst>
          </p:cNvPr>
          <p:cNvSpPr/>
          <p:nvPr/>
        </p:nvSpPr>
        <p:spPr>
          <a:xfrm>
            <a:off x="554637" y="5336786"/>
            <a:ext cx="587358" cy="607954"/>
          </a:xfrm>
          <a:prstGeom prst="ellipse">
            <a:avLst/>
          </a:prstGeom>
          <a:solidFill>
            <a:srgbClr val="C8A13C"/>
          </a:solidFill>
          <a:ln w="12700">
            <a:solidFill>
              <a:srgbClr val="C8A13C"/>
            </a:solidFill>
            <a:prstDash val="solid"/>
          </a:ln>
        </p:spPr>
        <p:txBody>
          <a:bodyPr/>
          <a:lstStyle/>
          <a:p>
            <a:endParaRPr lang="en-US"/>
          </a:p>
        </p:txBody>
      </p:sp>
      <p:sp>
        <p:nvSpPr>
          <p:cNvPr id="21" name="Text 7">
            <a:extLst>
              <a:ext uri="{FF2B5EF4-FFF2-40B4-BE49-F238E27FC236}">
                <a16:creationId xmlns:a16="http://schemas.microsoft.com/office/drawing/2014/main" id="{DABC715F-21A8-EAAD-C214-A52861099853}"/>
              </a:ext>
            </a:extLst>
          </p:cNvPr>
          <p:cNvSpPr/>
          <p:nvPr/>
        </p:nvSpPr>
        <p:spPr>
          <a:xfrm>
            <a:off x="461962" y="4477699"/>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ea typeface="Calibri"/>
                <a:cs typeface="Calibri"/>
              </a:rPr>
              <a:t>4</a:t>
            </a:r>
            <a:endParaRPr lang="en-US" sz="1800" b="1">
              <a:solidFill>
                <a:srgbClr val="082A20"/>
              </a:solidFill>
              <a:ea typeface="Calibri"/>
              <a:cs typeface="Calibri"/>
            </a:endParaRPr>
          </a:p>
        </p:txBody>
      </p:sp>
      <p:sp>
        <p:nvSpPr>
          <p:cNvPr id="22" name="Text 7">
            <a:extLst>
              <a:ext uri="{FF2B5EF4-FFF2-40B4-BE49-F238E27FC236}">
                <a16:creationId xmlns:a16="http://schemas.microsoft.com/office/drawing/2014/main" id="{C4B75293-2A9A-781E-8E1B-C4D3AFCC2677}"/>
              </a:ext>
            </a:extLst>
          </p:cNvPr>
          <p:cNvSpPr/>
          <p:nvPr/>
        </p:nvSpPr>
        <p:spPr>
          <a:xfrm>
            <a:off x="461961" y="543534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ea typeface="Calibri"/>
                <a:cs typeface="Calibri"/>
              </a:rPr>
              <a:t>5</a:t>
            </a:r>
            <a:endParaRPr lang="en-US" sz="1800" b="1">
              <a:solidFill>
                <a:srgbClr val="082A20"/>
              </a:solidFill>
              <a:ea typeface="Calibri"/>
              <a:cs typeface="Calibri"/>
            </a:endParaRPr>
          </a:p>
        </p:txBody>
      </p:sp>
      <p:sp>
        <p:nvSpPr>
          <p:cNvPr id="24" name="Text 7">
            <a:extLst>
              <a:ext uri="{FF2B5EF4-FFF2-40B4-BE49-F238E27FC236}">
                <a16:creationId xmlns:a16="http://schemas.microsoft.com/office/drawing/2014/main" id="{4774628E-2C0C-CD13-3EF0-51FEDA00E466}"/>
              </a:ext>
            </a:extLst>
          </p:cNvPr>
          <p:cNvSpPr/>
          <p:nvPr/>
        </p:nvSpPr>
        <p:spPr>
          <a:xfrm>
            <a:off x="482556" y="3396482"/>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b="1">
              <a:solidFill>
                <a:srgbClr val="082A20"/>
              </a:solidFill>
              <a:ea typeface="Calibri"/>
              <a:cs typeface="Calibri"/>
            </a:endParaRPr>
          </a:p>
        </p:txBody>
      </p:sp>
      <p:sp>
        <p:nvSpPr>
          <p:cNvPr id="25" name="Text 7">
            <a:extLst>
              <a:ext uri="{FF2B5EF4-FFF2-40B4-BE49-F238E27FC236}">
                <a16:creationId xmlns:a16="http://schemas.microsoft.com/office/drawing/2014/main" id="{4967B13F-985F-B884-5935-53FB9397820F}"/>
              </a:ext>
            </a:extLst>
          </p:cNvPr>
          <p:cNvSpPr/>
          <p:nvPr/>
        </p:nvSpPr>
        <p:spPr>
          <a:xfrm>
            <a:off x="461961" y="2480022"/>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ea typeface="Calibri"/>
                <a:cs typeface="Calibri"/>
              </a:rPr>
              <a:t>2</a:t>
            </a:r>
            <a:endParaRPr lang="en-US" sz="1800" b="1">
              <a:solidFill>
                <a:srgbClr val="082A20"/>
              </a:solidFill>
              <a:ea typeface="Calibri"/>
              <a:cs typeface="Calibri"/>
            </a:endParaRPr>
          </a:p>
        </p:txBody>
      </p:sp>
      <p:sp>
        <p:nvSpPr>
          <p:cNvPr id="35" name="TextBox 34">
            <a:extLst>
              <a:ext uri="{FF2B5EF4-FFF2-40B4-BE49-F238E27FC236}">
                <a16:creationId xmlns:a16="http://schemas.microsoft.com/office/drawing/2014/main" id="{B00D7D54-5633-BAB6-A1E2-644D45E761B7}"/>
              </a:ext>
            </a:extLst>
          </p:cNvPr>
          <p:cNvSpPr txBox="1"/>
          <p:nvPr/>
        </p:nvSpPr>
        <p:spPr>
          <a:xfrm>
            <a:off x="1356791" y="2366707"/>
            <a:ext cx="98484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Single Integrated Platform:  </a:t>
            </a:r>
            <a:r>
              <a:rPr lang="en-US"/>
              <a:t>Provides a </a:t>
            </a:r>
            <a:r>
              <a:rPr lang="en-US" b="1"/>
              <a:t>unified system</a:t>
            </a:r>
            <a:r>
              <a:rPr lang="en-US"/>
              <a:t> that combines disease, pest, and invasive species detection instead of separate tools.</a:t>
            </a:r>
          </a:p>
          <a:p>
            <a:pPr algn="ctr"/>
            <a:endParaRPr lang="en-US"/>
          </a:p>
        </p:txBody>
      </p:sp>
      <p:sp>
        <p:nvSpPr>
          <p:cNvPr id="4" name="TextBox 3">
            <a:extLst>
              <a:ext uri="{FF2B5EF4-FFF2-40B4-BE49-F238E27FC236}">
                <a16:creationId xmlns:a16="http://schemas.microsoft.com/office/drawing/2014/main" id="{BE63D1DA-A63F-57A9-1228-BC7FD759506B}"/>
              </a:ext>
            </a:extLst>
          </p:cNvPr>
          <p:cNvSpPr txBox="1"/>
          <p:nvPr/>
        </p:nvSpPr>
        <p:spPr>
          <a:xfrm>
            <a:off x="1348946" y="3346623"/>
            <a:ext cx="98957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Practical Treatment Guidance:  </a:t>
            </a:r>
            <a:r>
              <a:rPr lang="en-US"/>
              <a:t>Offers </a:t>
            </a:r>
            <a:r>
              <a:rPr lang="en-US" b="1"/>
              <a:t>clear, actionable treatment and management recommendations</a:t>
            </a:r>
            <a:r>
              <a:rPr lang="en-US"/>
              <a:t>, including chemical, biological, and eco-friendly solutions.</a:t>
            </a:r>
          </a:p>
          <a:p>
            <a:pPr algn="ctr"/>
            <a:endParaRPr lang="en-US"/>
          </a:p>
        </p:txBody>
      </p:sp>
      <p:sp>
        <p:nvSpPr>
          <p:cNvPr id="5" name="TextBox 4">
            <a:extLst>
              <a:ext uri="{FF2B5EF4-FFF2-40B4-BE49-F238E27FC236}">
                <a16:creationId xmlns:a16="http://schemas.microsoft.com/office/drawing/2014/main" id="{DDD1D263-442E-39C5-A9C4-B62DD56E2F97}"/>
              </a:ext>
            </a:extLst>
          </p:cNvPr>
          <p:cNvSpPr txBox="1"/>
          <p:nvPr/>
        </p:nvSpPr>
        <p:spPr>
          <a:xfrm>
            <a:off x="1348946" y="4324865"/>
            <a:ext cx="992659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Locally Relevant &amp; Accurate:  </a:t>
            </a:r>
            <a:r>
              <a:rPr lang="en-US"/>
              <a:t>Trained using </a:t>
            </a:r>
            <a:r>
              <a:rPr lang="en-US" b="1"/>
              <a:t>datasets from TRI and Sri Lankan tea estates</a:t>
            </a:r>
            <a:r>
              <a:rPr lang="en-US"/>
              <a:t>, ensuring reliability under local field conditions.</a:t>
            </a:r>
          </a:p>
          <a:p>
            <a:pPr algn="ctr"/>
            <a:endParaRPr lang="en-US"/>
          </a:p>
        </p:txBody>
      </p:sp>
      <p:sp>
        <p:nvSpPr>
          <p:cNvPr id="19" name="TextBox 18">
            <a:extLst>
              <a:ext uri="{FF2B5EF4-FFF2-40B4-BE49-F238E27FC236}">
                <a16:creationId xmlns:a16="http://schemas.microsoft.com/office/drawing/2014/main" id="{4C1284F0-92FE-DA7C-72D9-A0A7026714BA}"/>
              </a:ext>
            </a:extLst>
          </p:cNvPr>
          <p:cNvSpPr txBox="1"/>
          <p:nvPr/>
        </p:nvSpPr>
        <p:spPr>
          <a:xfrm>
            <a:off x="1348946" y="5334000"/>
            <a:ext cx="92366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Farmer-Friendly Digital Access:  </a:t>
            </a:r>
            <a:r>
              <a:rPr lang="en-US"/>
              <a:t>Accessible through a </a:t>
            </a:r>
            <a:r>
              <a:rPr lang="en-US" b="1"/>
              <a:t>simple user interface</a:t>
            </a:r>
            <a:r>
              <a:rPr lang="en-US"/>
              <a:t>, enabling farmers and estate managers to make quick, informed decisions.</a:t>
            </a:r>
          </a:p>
          <a:p>
            <a:pPr algn="ctr"/>
            <a:endParaRPr lang="en-US"/>
          </a:p>
        </p:txBody>
      </p:sp>
      <p:grpSp>
        <p:nvGrpSpPr>
          <p:cNvPr id="34" name="Group 33">
            <a:extLst>
              <a:ext uri="{FF2B5EF4-FFF2-40B4-BE49-F238E27FC236}">
                <a16:creationId xmlns:a16="http://schemas.microsoft.com/office/drawing/2014/main" id="{48F0CE56-0B30-5F38-32EC-F6FE6DCE117D}"/>
              </a:ext>
            </a:extLst>
          </p:cNvPr>
          <p:cNvGrpSpPr/>
          <p:nvPr/>
        </p:nvGrpSpPr>
        <p:grpSpPr>
          <a:xfrm>
            <a:off x="12844" y="6478660"/>
            <a:ext cx="12215812" cy="474107"/>
            <a:chOff x="4762" y="6455569"/>
            <a:chExt cx="12215812" cy="474107"/>
          </a:xfrm>
        </p:grpSpPr>
        <p:sp>
          <p:nvSpPr>
            <p:cNvPr id="27" name="Rectangle 26">
              <a:extLst>
                <a:ext uri="{FF2B5EF4-FFF2-40B4-BE49-F238E27FC236}">
                  <a16:creationId xmlns:a16="http://schemas.microsoft.com/office/drawing/2014/main" id="{C16FD536-F4BC-4B0C-631B-63A1D5F0527E}"/>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4405B61-A91B-BBEE-A0C9-3F0FA053F92C}"/>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0" name="Text 23">
              <a:extLst>
                <a:ext uri="{FF2B5EF4-FFF2-40B4-BE49-F238E27FC236}">
                  <a16:creationId xmlns:a16="http://schemas.microsoft.com/office/drawing/2014/main" id="{4DE394D0-A20A-7A49-F3EB-EC55717EB56F}"/>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31</a:t>
              </a:r>
            </a:p>
          </p:txBody>
        </p:sp>
        <p:pic>
          <p:nvPicPr>
            <p:cNvPr id="31" name="Picture 30">
              <a:extLst>
                <a:ext uri="{FF2B5EF4-FFF2-40B4-BE49-F238E27FC236}">
                  <a16:creationId xmlns:a16="http://schemas.microsoft.com/office/drawing/2014/main" id="{413DA362-A33C-857E-9F57-4C6D69A1649D}"/>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2" name="TextBox 31">
              <a:extLst>
                <a:ext uri="{FF2B5EF4-FFF2-40B4-BE49-F238E27FC236}">
                  <a16:creationId xmlns:a16="http://schemas.microsoft.com/office/drawing/2014/main" id="{66E26B6B-3E9E-E700-CDC3-641912D661D8}"/>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2248049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93DF9-35ED-1F3F-57C2-0FAE28A6EC71}"/>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4C891CB7-141A-811D-1A5B-DC2AA4C2B6EB}"/>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EC16E05E-E979-33E9-6129-EE35ADA00767}"/>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714BF877-5030-4285-947C-842FFF26DE6F}"/>
              </a:ext>
            </a:extLst>
          </p:cNvPr>
          <p:cNvSpPr/>
          <p:nvPr/>
        </p:nvSpPr>
        <p:spPr>
          <a:xfrm>
            <a:off x="843555" y="710514"/>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SYSTEM DIAGRAM</a:t>
            </a:r>
            <a:endParaRPr lang="en-US">
              <a:solidFill>
                <a:schemeClr val="bg1"/>
              </a:solidFill>
            </a:endParaRPr>
          </a:p>
        </p:txBody>
      </p:sp>
      <p:sp>
        <p:nvSpPr>
          <p:cNvPr id="7" name="Text 4">
            <a:extLst>
              <a:ext uri="{FF2B5EF4-FFF2-40B4-BE49-F238E27FC236}">
                <a16:creationId xmlns:a16="http://schemas.microsoft.com/office/drawing/2014/main" id="{7E9AF313-2E54-B668-490E-8DB28EDA4A71}"/>
              </a:ext>
            </a:extLst>
          </p:cNvPr>
          <p:cNvSpPr/>
          <p:nvPr/>
        </p:nvSpPr>
        <p:spPr>
          <a:xfrm>
            <a:off x="841248" y="1874520"/>
            <a:ext cx="10607040" cy="457200"/>
          </a:xfrm>
          <a:prstGeom prst="rect">
            <a:avLst/>
          </a:prstGeom>
          <a:noFill/>
          <a:ln/>
        </p:spPr>
        <p:txBody>
          <a:bodyPr wrap="square" lIns="91440" tIns="45720" rIns="91440" bIns="45720" rtlCol="0" anchor="ctr"/>
          <a:lstStyle/>
          <a:p>
            <a:pPr marL="0" indent="0">
              <a:buNone/>
            </a:pPr>
            <a:endParaRPr lang="en-US" sz="1400">
              <a:solidFill>
                <a:srgbClr val="FFFFFF"/>
              </a:solidFill>
              <a:latin typeface="Calibri"/>
              <a:ea typeface="Calibri"/>
              <a:cs typeface="Calibri"/>
            </a:endParaRPr>
          </a:p>
        </p:txBody>
      </p:sp>
      <p:sp>
        <p:nvSpPr>
          <p:cNvPr id="11" name="Text 8">
            <a:extLst>
              <a:ext uri="{FF2B5EF4-FFF2-40B4-BE49-F238E27FC236}">
                <a16:creationId xmlns:a16="http://schemas.microsoft.com/office/drawing/2014/main" id="{84D0A337-CFD5-3589-B010-AF888D9CAB23}"/>
              </a:ext>
            </a:extLst>
          </p:cNvPr>
          <p:cNvSpPr/>
          <p:nvPr/>
        </p:nvSpPr>
        <p:spPr>
          <a:xfrm>
            <a:off x="1920240" y="3063240"/>
            <a:ext cx="1874520" cy="320040"/>
          </a:xfrm>
          <a:prstGeom prst="rect">
            <a:avLst/>
          </a:prstGeom>
          <a:noFill/>
          <a:ln/>
        </p:spPr>
        <p:txBody>
          <a:bodyPr wrap="square" lIns="91440" tIns="45720" rIns="91440" bIns="45720" rtlCol="0" anchor="ctr"/>
          <a:lstStyle/>
          <a:p>
            <a:pPr marL="0" indent="0">
              <a:buNone/>
            </a:pPr>
            <a:endParaRPr lang="en-US" sz="1200" b="1">
              <a:solidFill>
                <a:srgbClr val="FFFFFF"/>
              </a:solidFill>
              <a:ea typeface="Calibri"/>
              <a:cs typeface="Calibri"/>
            </a:endParaRPr>
          </a:p>
        </p:txBody>
      </p:sp>
      <p:sp>
        <p:nvSpPr>
          <p:cNvPr id="15" name="Text 12">
            <a:extLst>
              <a:ext uri="{FF2B5EF4-FFF2-40B4-BE49-F238E27FC236}">
                <a16:creationId xmlns:a16="http://schemas.microsoft.com/office/drawing/2014/main" id="{D9F5473E-B747-E939-4FE2-36BE3F56610D}"/>
              </a:ext>
            </a:extLst>
          </p:cNvPr>
          <p:cNvSpPr/>
          <p:nvPr/>
        </p:nvSpPr>
        <p:spPr>
          <a:xfrm>
            <a:off x="4745736" y="3191256"/>
            <a:ext cx="731520" cy="502920"/>
          </a:xfrm>
          <a:prstGeom prst="rect">
            <a:avLst/>
          </a:prstGeom>
          <a:noFill/>
          <a:ln/>
        </p:spPr>
        <p:txBody>
          <a:bodyPr wrap="square" lIns="91440" tIns="45720" rIns="91440" bIns="45720" rtlCol="0" anchor="ctr"/>
          <a:lstStyle/>
          <a:p>
            <a:pPr marL="0" indent="0" algn="ctr">
              <a:buNone/>
            </a:pPr>
            <a:endParaRPr lang="en-US" sz="1800" b="1">
              <a:solidFill>
                <a:srgbClr val="082A20"/>
              </a:solidFill>
              <a:ea typeface="Calibri"/>
              <a:cs typeface="Calibri"/>
            </a:endParaRPr>
          </a:p>
        </p:txBody>
      </p:sp>
      <p:sp>
        <p:nvSpPr>
          <p:cNvPr id="16" name="Text 13">
            <a:extLst>
              <a:ext uri="{FF2B5EF4-FFF2-40B4-BE49-F238E27FC236}">
                <a16:creationId xmlns:a16="http://schemas.microsoft.com/office/drawing/2014/main" id="{7B33D33D-6FAC-BF6A-959F-01B47B4479DC}"/>
              </a:ext>
            </a:extLst>
          </p:cNvPr>
          <p:cNvSpPr/>
          <p:nvPr/>
        </p:nvSpPr>
        <p:spPr>
          <a:xfrm>
            <a:off x="5568696" y="3063240"/>
            <a:ext cx="1874520" cy="320040"/>
          </a:xfrm>
          <a:prstGeom prst="rect">
            <a:avLst/>
          </a:prstGeom>
          <a:noFill/>
          <a:ln/>
        </p:spPr>
        <p:txBody>
          <a:bodyPr wrap="square" lIns="91440" tIns="45720" rIns="91440" bIns="45720" rtlCol="0" anchor="ctr"/>
          <a:lstStyle/>
          <a:p>
            <a:pPr marL="0" indent="0">
              <a:buNone/>
            </a:pPr>
            <a:endParaRPr lang="en-US" sz="1200" b="1">
              <a:solidFill>
                <a:srgbClr val="FFFFFF"/>
              </a:solidFill>
              <a:ea typeface="Calibri"/>
              <a:cs typeface="Calibri"/>
            </a:endParaRPr>
          </a:p>
        </p:txBody>
      </p:sp>
      <p:sp>
        <p:nvSpPr>
          <p:cNvPr id="17" name="Text 14">
            <a:extLst>
              <a:ext uri="{FF2B5EF4-FFF2-40B4-BE49-F238E27FC236}">
                <a16:creationId xmlns:a16="http://schemas.microsoft.com/office/drawing/2014/main" id="{E0461753-7FC5-50A8-8BD6-930E4CCBD52C}"/>
              </a:ext>
            </a:extLst>
          </p:cNvPr>
          <p:cNvSpPr/>
          <p:nvPr/>
        </p:nvSpPr>
        <p:spPr>
          <a:xfrm>
            <a:off x="4745736" y="3931920"/>
            <a:ext cx="2697480" cy="1371600"/>
          </a:xfrm>
          <a:prstGeom prst="rect">
            <a:avLst/>
          </a:prstGeom>
          <a:noFill/>
          <a:ln/>
        </p:spPr>
        <p:txBody>
          <a:bodyPr wrap="square" lIns="91440" tIns="45720" rIns="91440" bIns="45720" rtlCol="0" anchor="ctr"/>
          <a:lstStyle/>
          <a:p>
            <a:endParaRPr lang="en-US" sz="1800" b="1">
              <a:solidFill>
                <a:srgbClr val="FFFFFF"/>
              </a:solidFill>
              <a:latin typeface="Calibri"/>
              <a:ea typeface="Calibri"/>
              <a:cs typeface="Calibri"/>
            </a:endParaRPr>
          </a:p>
        </p:txBody>
      </p:sp>
      <p:sp>
        <p:nvSpPr>
          <p:cNvPr id="21" name="Text 18">
            <a:extLst>
              <a:ext uri="{FF2B5EF4-FFF2-40B4-BE49-F238E27FC236}">
                <a16:creationId xmlns:a16="http://schemas.microsoft.com/office/drawing/2014/main" id="{8571A5B2-8504-46F7-7C31-F0D8840EA316}"/>
              </a:ext>
            </a:extLst>
          </p:cNvPr>
          <p:cNvSpPr/>
          <p:nvPr/>
        </p:nvSpPr>
        <p:spPr>
          <a:xfrm>
            <a:off x="9217152" y="3063240"/>
            <a:ext cx="1874520" cy="320040"/>
          </a:xfrm>
          <a:prstGeom prst="rect">
            <a:avLst/>
          </a:prstGeom>
          <a:noFill/>
          <a:ln/>
        </p:spPr>
        <p:txBody>
          <a:bodyPr wrap="square" lIns="91440" tIns="45720" rIns="91440" bIns="45720" rtlCol="0" anchor="ctr"/>
          <a:lstStyle/>
          <a:p>
            <a:pPr marL="0" indent="0">
              <a:buNone/>
            </a:pPr>
            <a:endParaRPr lang="en-US" sz="1200" b="1">
              <a:solidFill>
                <a:srgbClr val="FFFFFF"/>
              </a:solidFill>
              <a:ea typeface="Calibri"/>
              <a:cs typeface="Calibri"/>
            </a:endParaRPr>
          </a:p>
        </p:txBody>
      </p:sp>
      <p:sp>
        <p:nvSpPr>
          <p:cNvPr id="22" name="Text 19">
            <a:extLst>
              <a:ext uri="{FF2B5EF4-FFF2-40B4-BE49-F238E27FC236}">
                <a16:creationId xmlns:a16="http://schemas.microsoft.com/office/drawing/2014/main" id="{D539D66E-093D-9CC0-5C74-82B9E9254C01}"/>
              </a:ext>
            </a:extLst>
          </p:cNvPr>
          <p:cNvSpPr/>
          <p:nvPr/>
        </p:nvSpPr>
        <p:spPr>
          <a:xfrm>
            <a:off x="8394192" y="3931920"/>
            <a:ext cx="2697480" cy="1371600"/>
          </a:xfrm>
          <a:prstGeom prst="rect">
            <a:avLst/>
          </a:prstGeom>
          <a:noFill/>
          <a:ln/>
        </p:spPr>
        <p:txBody>
          <a:bodyPr wrap="square" lIns="91440" tIns="45720" rIns="91440" bIns="45720" rtlCol="0" anchor="ctr"/>
          <a:lstStyle/>
          <a:p>
            <a:pPr marL="0" indent="0">
              <a:buNone/>
            </a:pPr>
            <a:endParaRPr lang="en-US" sz="1800" b="1">
              <a:solidFill>
                <a:srgbClr val="FFFFFF"/>
              </a:solidFill>
              <a:ea typeface="Calibri"/>
              <a:cs typeface="Calibri"/>
            </a:endParaRPr>
          </a:p>
        </p:txBody>
      </p:sp>
      <p:sp>
        <p:nvSpPr>
          <p:cNvPr id="23" name="Shape 20">
            <a:extLst>
              <a:ext uri="{FF2B5EF4-FFF2-40B4-BE49-F238E27FC236}">
                <a16:creationId xmlns:a16="http://schemas.microsoft.com/office/drawing/2014/main" id="{0CB54214-03F8-ECAA-1B06-E21CD2DABD19}"/>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DB7E6571-B922-3B13-4D8E-5F8999EF8869}"/>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080EA776-58D6-E127-D925-019FB5160B10}"/>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C29986EA-F99E-34CD-9ABC-22166142A99E}"/>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pic>
        <p:nvPicPr>
          <p:cNvPr id="27" name="Picture 26" descr="A diagram of a model processing process&#10;&#10;AI-generated content may be incorrect.">
            <a:extLst>
              <a:ext uri="{FF2B5EF4-FFF2-40B4-BE49-F238E27FC236}">
                <a16:creationId xmlns:a16="http://schemas.microsoft.com/office/drawing/2014/main" id="{866F3537-A853-EC8E-EED6-D614EFAC8A2E}"/>
              </a:ext>
            </a:extLst>
          </p:cNvPr>
          <p:cNvPicPr>
            <a:picLocks noChangeAspect="1"/>
          </p:cNvPicPr>
          <p:nvPr/>
        </p:nvPicPr>
        <p:blipFill>
          <a:blip r:embed="rId4"/>
          <a:srcRect t="-219" r="-65" b="19509"/>
          <a:stretch>
            <a:fillRect/>
          </a:stretch>
        </p:blipFill>
        <p:spPr>
          <a:xfrm>
            <a:off x="329514" y="1711233"/>
            <a:ext cx="11633228" cy="3954001"/>
          </a:xfrm>
          <a:prstGeom prst="rect">
            <a:avLst/>
          </a:prstGeom>
        </p:spPr>
      </p:pic>
      <p:grpSp>
        <p:nvGrpSpPr>
          <p:cNvPr id="34" name="Group 33">
            <a:extLst>
              <a:ext uri="{FF2B5EF4-FFF2-40B4-BE49-F238E27FC236}">
                <a16:creationId xmlns:a16="http://schemas.microsoft.com/office/drawing/2014/main" id="{DAB770E0-8021-5142-5D9E-6B74EEA3B282}"/>
              </a:ext>
            </a:extLst>
          </p:cNvPr>
          <p:cNvGrpSpPr/>
          <p:nvPr/>
        </p:nvGrpSpPr>
        <p:grpSpPr>
          <a:xfrm>
            <a:off x="-4763" y="6383488"/>
            <a:ext cx="12215812" cy="474107"/>
            <a:chOff x="4762" y="6455569"/>
            <a:chExt cx="12215812" cy="474107"/>
          </a:xfrm>
        </p:grpSpPr>
        <p:sp>
          <p:nvSpPr>
            <p:cNvPr id="29" name="Rectangle 28">
              <a:extLst>
                <a:ext uri="{FF2B5EF4-FFF2-40B4-BE49-F238E27FC236}">
                  <a16:creationId xmlns:a16="http://schemas.microsoft.com/office/drawing/2014/main" id="{1D6E093B-D73D-5B8D-E7A1-EC1F50011350}"/>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C0E3E72-33F4-3570-ACD1-A7F0B3FA1943}"/>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1" name="Text 23">
              <a:extLst>
                <a:ext uri="{FF2B5EF4-FFF2-40B4-BE49-F238E27FC236}">
                  <a16:creationId xmlns:a16="http://schemas.microsoft.com/office/drawing/2014/main" id="{3C341893-4B56-B91A-DDBC-74C7552119A9}"/>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32</a:t>
              </a:r>
            </a:p>
          </p:txBody>
        </p:sp>
        <p:pic>
          <p:nvPicPr>
            <p:cNvPr id="32" name="Picture 31">
              <a:extLst>
                <a:ext uri="{FF2B5EF4-FFF2-40B4-BE49-F238E27FC236}">
                  <a16:creationId xmlns:a16="http://schemas.microsoft.com/office/drawing/2014/main" id="{835F0ADD-13F9-A2DB-636E-C1C77DD5CCBA}"/>
                </a:ext>
              </a:extLst>
            </p:cNvPr>
            <p:cNvPicPr>
              <a:picLocks noChangeAspect="1"/>
            </p:cNvPicPr>
            <p:nvPr/>
          </p:nvPicPr>
          <p:blipFill>
            <a:blip r:embed="rId5"/>
            <a:stretch>
              <a:fillRect/>
            </a:stretch>
          </p:blipFill>
          <p:spPr>
            <a:xfrm>
              <a:off x="109538" y="6500813"/>
              <a:ext cx="2371725" cy="381000"/>
            </a:xfrm>
            <a:prstGeom prst="rect">
              <a:avLst/>
            </a:prstGeom>
          </p:spPr>
        </p:pic>
        <p:sp>
          <p:nvSpPr>
            <p:cNvPr id="33" name="TextBox 32">
              <a:extLst>
                <a:ext uri="{FF2B5EF4-FFF2-40B4-BE49-F238E27FC236}">
                  <a16:creationId xmlns:a16="http://schemas.microsoft.com/office/drawing/2014/main" id="{926A657C-BEE9-48DA-1D41-2B040331CC8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Tree>
    <p:extLst>
      <p:ext uri="{BB962C8B-B14F-4D97-AF65-F5344CB8AC3E}">
        <p14:creationId xmlns:p14="http://schemas.microsoft.com/office/powerpoint/2010/main" val="2133016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2660239E-F5C5-4638-FF0C-6F628238CF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CEF4E2-6A47-5D14-0E7D-E3ACD92CD471}"/>
              </a:ext>
            </a:extLst>
          </p:cNvPr>
          <p:cNvSpPr/>
          <p:nvPr/>
        </p:nvSpPr>
        <p:spPr>
          <a:xfrm>
            <a:off x="699135" y="424606"/>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5" name="Text 3">
            <a:extLst>
              <a:ext uri="{FF2B5EF4-FFF2-40B4-BE49-F238E27FC236}">
                <a16:creationId xmlns:a16="http://schemas.microsoft.com/office/drawing/2014/main" id="{3430872B-C262-EFA1-F03A-881556863103}"/>
              </a:ext>
            </a:extLst>
          </p:cNvPr>
          <p:cNvSpPr/>
          <p:nvPr/>
        </p:nvSpPr>
        <p:spPr>
          <a:xfrm>
            <a:off x="819150" y="1863638"/>
            <a:ext cx="7328223" cy="1004326"/>
          </a:xfrm>
          <a:prstGeom prst="rect">
            <a:avLst/>
          </a:prstGeom>
          <a:noFill/>
          <a:ln/>
        </p:spPr>
        <p:txBody>
          <a:bodyPr wrap="square" lIns="91440" tIns="45720" rIns="91440" bIns="45720" rtlCol="0" anchor="ctr"/>
          <a:lstStyle/>
          <a:p>
            <a:r>
              <a:rPr lang="en-US" sz="2200" b="1"/>
              <a:t>Data Collection</a:t>
            </a:r>
            <a:r>
              <a:rPr lang="en-US" sz="2200"/>
              <a:t>:</a:t>
            </a:r>
            <a:r>
              <a:rPr lang="en-US" sz="2000"/>
              <a:t> </a:t>
            </a:r>
          </a:p>
          <a:p>
            <a:r>
              <a:rPr lang="en-US" b="1"/>
              <a:t>Disease Classes:</a:t>
            </a:r>
            <a:endParaRPr lang="en-US" b="1">
              <a:ea typeface="Calibri"/>
              <a:cs typeface="Calibri"/>
            </a:endParaRPr>
          </a:p>
          <a:p>
            <a:pPr marL="285750" indent="-285750">
              <a:buFont typeface="Arial"/>
              <a:buChar char="•"/>
            </a:pPr>
            <a:r>
              <a:rPr lang="en-US">
                <a:ea typeface="+mn-lt"/>
                <a:cs typeface="+mn-lt"/>
              </a:rPr>
              <a:t>Blister Blight                     </a:t>
            </a:r>
            <a:endParaRPr lang="en-US">
              <a:ea typeface="Calibri"/>
              <a:cs typeface="Calibri"/>
            </a:endParaRPr>
          </a:p>
          <a:p>
            <a:pPr marL="285750" indent="-285750">
              <a:buFont typeface="Arial"/>
              <a:buChar char="•"/>
            </a:pPr>
            <a:r>
              <a:rPr lang="en-US">
                <a:ea typeface="+mn-lt"/>
                <a:cs typeface="+mn-lt"/>
              </a:rPr>
              <a:t>Brown Blight </a:t>
            </a:r>
          </a:p>
          <a:p>
            <a:pPr marL="285750" indent="-285750">
              <a:buFont typeface="Arial"/>
              <a:buChar char="•"/>
            </a:pPr>
            <a:r>
              <a:rPr lang="en-US">
                <a:ea typeface="+mn-lt"/>
                <a:cs typeface="+mn-lt"/>
              </a:rPr>
              <a:t>Grey Blight</a:t>
            </a:r>
          </a:p>
          <a:p>
            <a:r>
              <a:rPr lang="en-US" b="1">
                <a:ea typeface="+mn-lt"/>
                <a:cs typeface="+mn-lt"/>
              </a:rPr>
              <a:t>Data Type:</a:t>
            </a:r>
            <a:r>
              <a:rPr lang="en-US">
                <a:ea typeface="+mn-lt"/>
                <a:cs typeface="+mn-lt"/>
              </a:rPr>
              <a:t> High-resolution RGB images under natural and controlled lighting conditions.</a:t>
            </a:r>
          </a:p>
          <a:p>
            <a:r>
              <a:rPr lang="en-US" b="1">
                <a:ea typeface="+mn-lt"/>
                <a:cs typeface="+mn-lt"/>
              </a:rPr>
              <a:t>Dataset Size:</a:t>
            </a:r>
            <a:r>
              <a:rPr lang="en-US">
                <a:ea typeface="+mn-lt"/>
                <a:cs typeface="+mn-lt"/>
              </a:rPr>
              <a:t> 6,000+ annotated images covering 6 diseases.</a:t>
            </a:r>
            <a:endParaRPr lang="en-US"/>
          </a:p>
          <a:p>
            <a:endParaRPr lang="en-US">
              <a:ea typeface="Calibri"/>
              <a:cs typeface="Calibri"/>
            </a:endParaRPr>
          </a:p>
        </p:txBody>
      </p:sp>
      <p:sp>
        <p:nvSpPr>
          <p:cNvPr id="13" name="Shape 10">
            <a:extLst>
              <a:ext uri="{FF2B5EF4-FFF2-40B4-BE49-F238E27FC236}">
                <a16:creationId xmlns:a16="http://schemas.microsoft.com/office/drawing/2014/main" id="{8A8439CD-5A86-E6BF-52A2-8B37CD3037F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D089C914-80B7-1169-0289-8153793C2387}"/>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5017BA0C-444F-EE92-61DA-DEDF20BF7503}"/>
              </a:ext>
            </a:extLst>
          </p:cNvPr>
          <p:cNvSpPr/>
          <p:nvPr/>
        </p:nvSpPr>
        <p:spPr>
          <a:xfrm>
            <a:off x="819150" y="4589746"/>
            <a:ext cx="8042727" cy="1870710"/>
          </a:xfrm>
          <a:prstGeom prst="rect">
            <a:avLst/>
          </a:prstGeom>
          <a:noFill/>
          <a:ln/>
        </p:spPr>
        <p:txBody>
          <a:bodyPr wrap="square" lIns="91440" tIns="45720" rIns="91440" bIns="45720" rtlCol="0" anchor="ctr"/>
          <a:lstStyle/>
          <a:p>
            <a:r>
              <a:rPr lang="en-US" sz="2000" b="1"/>
              <a:t> </a:t>
            </a:r>
            <a:r>
              <a:rPr lang="en-US" sz="2200" b="1"/>
              <a:t>Preprocessing:</a:t>
            </a:r>
          </a:p>
          <a:p>
            <a:pPr marL="228600" indent="-228600">
              <a:buFont typeface=""/>
              <a:buChar char="•"/>
            </a:pPr>
            <a:r>
              <a:rPr lang="en-US" b="1"/>
              <a:t>Image Resizing &amp; Cleaning, Normalization:</a:t>
            </a:r>
            <a:r>
              <a:rPr lang="en-US"/>
              <a:t> Rescale pixel values for better model convergence.</a:t>
            </a:r>
            <a:endParaRPr lang="en-US">
              <a:ea typeface="Calibri"/>
              <a:cs typeface="Calibri"/>
            </a:endParaRPr>
          </a:p>
          <a:p>
            <a:pPr marL="228600" indent="-228600">
              <a:buFont typeface=""/>
              <a:buChar char="•"/>
            </a:pPr>
            <a:r>
              <a:rPr lang="en-US" b="1"/>
              <a:t>Data Augmentation:</a:t>
            </a:r>
            <a:r>
              <a:rPr lang="en-US"/>
              <a:t> Random flips, rotation, brightness adjustments to improve robustness.</a:t>
            </a:r>
            <a:endParaRPr lang="en-US">
              <a:ea typeface="Calibri"/>
              <a:cs typeface="Calibri"/>
            </a:endParaRPr>
          </a:p>
          <a:p>
            <a:pPr marL="228600" indent="-228600">
              <a:buFont typeface=""/>
              <a:buChar char="•"/>
            </a:pPr>
            <a:r>
              <a:rPr lang="en-US" b="1"/>
              <a:t>Dataset Splitting</a:t>
            </a:r>
            <a:endParaRPr lang="en-US">
              <a:ea typeface="+mn-lt"/>
              <a:cs typeface="+mn-lt"/>
            </a:endParaRPr>
          </a:p>
        </p:txBody>
      </p:sp>
      <p:grpSp>
        <p:nvGrpSpPr>
          <p:cNvPr id="23" name="Group 22">
            <a:extLst>
              <a:ext uri="{FF2B5EF4-FFF2-40B4-BE49-F238E27FC236}">
                <a16:creationId xmlns:a16="http://schemas.microsoft.com/office/drawing/2014/main" id="{867BDBD1-0762-6741-7F5D-97DE58D5251D}"/>
              </a:ext>
            </a:extLst>
          </p:cNvPr>
          <p:cNvGrpSpPr/>
          <p:nvPr/>
        </p:nvGrpSpPr>
        <p:grpSpPr>
          <a:xfrm>
            <a:off x="-4763" y="6455569"/>
            <a:ext cx="12215812" cy="474107"/>
            <a:chOff x="4762" y="6455569"/>
            <a:chExt cx="12215812" cy="474107"/>
          </a:xfrm>
        </p:grpSpPr>
        <p:sp>
          <p:nvSpPr>
            <p:cNvPr id="18" name="Rectangle 17">
              <a:extLst>
                <a:ext uri="{FF2B5EF4-FFF2-40B4-BE49-F238E27FC236}">
                  <a16:creationId xmlns:a16="http://schemas.microsoft.com/office/drawing/2014/main" id="{E3511A5F-ACBF-2B2D-95CD-9C82685530B0}"/>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BC44A27-7525-A86B-1146-852012737039}"/>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0" name="Text 23">
              <a:extLst>
                <a:ext uri="{FF2B5EF4-FFF2-40B4-BE49-F238E27FC236}">
                  <a16:creationId xmlns:a16="http://schemas.microsoft.com/office/drawing/2014/main" id="{F44E3E6F-3F4F-A711-14F2-7D16F5AC407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24</a:t>
              </a:r>
            </a:p>
          </p:txBody>
        </p:sp>
        <p:pic>
          <p:nvPicPr>
            <p:cNvPr id="21" name="Picture 20">
              <a:extLst>
                <a:ext uri="{FF2B5EF4-FFF2-40B4-BE49-F238E27FC236}">
                  <a16:creationId xmlns:a16="http://schemas.microsoft.com/office/drawing/2014/main" id="{DAE1254E-0C58-105F-8B10-DBC0EE6D6154}"/>
                </a:ext>
              </a:extLst>
            </p:cNvPr>
            <p:cNvPicPr>
              <a:picLocks noChangeAspect="1"/>
            </p:cNvPicPr>
            <p:nvPr/>
          </p:nvPicPr>
          <p:blipFill>
            <a:blip r:embed="rId3"/>
            <a:stretch>
              <a:fillRect/>
            </a:stretch>
          </p:blipFill>
          <p:spPr>
            <a:xfrm>
              <a:off x="109538" y="6500813"/>
              <a:ext cx="2371725" cy="381000"/>
            </a:xfrm>
            <a:prstGeom prst="rect">
              <a:avLst/>
            </a:prstGeom>
          </p:spPr>
        </p:pic>
        <p:sp>
          <p:nvSpPr>
            <p:cNvPr id="22" name="TextBox 21">
              <a:extLst>
                <a:ext uri="{FF2B5EF4-FFF2-40B4-BE49-F238E27FC236}">
                  <a16:creationId xmlns:a16="http://schemas.microsoft.com/office/drawing/2014/main" id="{420DA73A-9505-C952-BC02-C08EF67EF1E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pic>
        <p:nvPicPr>
          <p:cNvPr id="3" name="Picture 2" descr="A collage of leaves with brown spots&#10;&#10;AI-generated content may be incorrect.">
            <a:extLst>
              <a:ext uri="{FF2B5EF4-FFF2-40B4-BE49-F238E27FC236}">
                <a16:creationId xmlns:a16="http://schemas.microsoft.com/office/drawing/2014/main" id="{F404FE59-086F-A574-88FB-7E1392DCFA91}"/>
              </a:ext>
            </a:extLst>
          </p:cNvPr>
          <p:cNvPicPr>
            <a:picLocks noChangeAspect="1"/>
          </p:cNvPicPr>
          <p:nvPr/>
        </p:nvPicPr>
        <p:blipFill>
          <a:blip r:embed="rId4"/>
          <a:stretch>
            <a:fillRect/>
          </a:stretch>
        </p:blipFill>
        <p:spPr>
          <a:xfrm>
            <a:off x="8614866" y="427973"/>
            <a:ext cx="3156378" cy="5553205"/>
          </a:xfrm>
          <a:prstGeom prst="rect">
            <a:avLst/>
          </a:prstGeom>
        </p:spPr>
      </p:pic>
      <p:grpSp>
        <p:nvGrpSpPr>
          <p:cNvPr id="12" name="Group 11">
            <a:extLst>
              <a:ext uri="{FF2B5EF4-FFF2-40B4-BE49-F238E27FC236}">
                <a16:creationId xmlns:a16="http://schemas.microsoft.com/office/drawing/2014/main" id="{C3E9F0D3-C1B6-22A3-9201-99314F6060DF}"/>
              </a:ext>
            </a:extLst>
          </p:cNvPr>
          <p:cNvGrpSpPr/>
          <p:nvPr/>
        </p:nvGrpSpPr>
        <p:grpSpPr>
          <a:xfrm>
            <a:off x="12844" y="6478660"/>
            <a:ext cx="12215812" cy="474107"/>
            <a:chOff x="4762" y="6455569"/>
            <a:chExt cx="12215812" cy="474107"/>
          </a:xfrm>
        </p:grpSpPr>
        <p:sp>
          <p:nvSpPr>
            <p:cNvPr id="7" name="Rectangle 6">
              <a:extLst>
                <a:ext uri="{FF2B5EF4-FFF2-40B4-BE49-F238E27FC236}">
                  <a16:creationId xmlns:a16="http://schemas.microsoft.com/office/drawing/2014/main" id="{1A4D5DFC-B119-2B53-4179-A42F5141007C}"/>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1612D8-20EA-F2D3-B1CF-9088F8BF1F29}"/>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9" name="Text 23">
              <a:extLst>
                <a:ext uri="{FF2B5EF4-FFF2-40B4-BE49-F238E27FC236}">
                  <a16:creationId xmlns:a16="http://schemas.microsoft.com/office/drawing/2014/main" id="{E8072442-D2AA-2325-D499-07D2C885666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33</a:t>
              </a:r>
            </a:p>
          </p:txBody>
        </p:sp>
        <p:pic>
          <p:nvPicPr>
            <p:cNvPr id="10" name="Picture 9">
              <a:extLst>
                <a:ext uri="{FF2B5EF4-FFF2-40B4-BE49-F238E27FC236}">
                  <a16:creationId xmlns:a16="http://schemas.microsoft.com/office/drawing/2014/main" id="{8319826C-7C02-742A-43BE-E8C6EC44646F}"/>
                </a:ext>
              </a:extLst>
            </p:cNvPr>
            <p:cNvPicPr>
              <a:picLocks noChangeAspect="1"/>
            </p:cNvPicPr>
            <p:nvPr/>
          </p:nvPicPr>
          <p:blipFill>
            <a:blip r:embed="rId3"/>
            <a:stretch>
              <a:fillRect/>
            </a:stretch>
          </p:blipFill>
          <p:spPr>
            <a:xfrm>
              <a:off x="109538" y="6500813"/>
              <a:ext cx="2371725" cy="381000"/>
            </a:xfrm>
            <a:prstGeom prst="rect">
              <a:avLst/>
            </a:prstGeom>
          </p:spPr>
        </p:pic>
        <p:sp>
          <p:nvSpPr>
            <p:cNvPr id="11" name="TextBox 10">
              <a:extLst>
                <a:ext uri="{FF2B5EF4-FFF2-40B4-BE49-F238E27FC236}">
                  <a16:creationId xmlns:a16="http://schemas.microsoft.com/office/drawing/2014/main" id="{4BE77C4D-CF35-A2F8-6446-FAC1503FF4FE}"/>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
        <p:nvSpPr>
          <p:cNvPr id="14" name="Text 3">
            <a:extLst>
              <a:ext uri="{FF2B5EF4-FFF2-40B4-BE49-F238E27FC236}">
                <a16:creationId xmlns:a16="http://schemas.microsoft.com/office/drawing/2014/main" id="{28925513-93C4-BFB1-AD7B-31EEC7F2E0FC}"/>
              </a:ext>
            </a:extLst>
          </p:cNvPr>
          <p:cNvSpPr/>
          <p:nvPr/>
        </p:nvSpPr>
        <p:spPr>
          <a:xfrm>
            <a:off x="2823313" y="1362596"/>
            <a:ext cx="7328223" cy="1004326"/>
          </a:xfrm>
          <a:prstGeom prst="rect">
            <a:avLst/>
          </a:prstGeom>
          <a:noFill/>
          <a:ln/>
        </p:spPr>
        <p:txBody>
          <a:bodyPr wrap="square" lIns="91440" tIns="45720" rIns="91440" bIns="45720" rtlCol="0" anchor="ctr"/>
          <a:lstStyle/>
          <a:p>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r>
              <a:rPr lang="en-US" err="1">
                <a:ea typeface="+mn-lt"/>
                <a:cs typeface="+mn-lt"/>
              </a:rPr>
              <a:t>Helopeltis</a:t>
            </a:r>
            <a:endParaRPr lang="en-US" err="1">
              <a:ea typeface="Calibri"/>
              <a:cs typeface="Calibri"/>
            </a:endParaRPr>
          </a:p>
          <a:p>
            <a:pPr marL="285750" indent="-285750">
              <a:buFont typeface="Arial"/>
              <a:buChar char="•"/>
            </a:pPr>
            <a:r>
              <a:rPr lang="en-US">
                <a:ea typeface="Calibri"/>
                <a:cs typeface="Calibri"/>
              </a:rPr>
              <a:t>Red Rust </a:t>
            </a:r>
          </a:p>
          <a:p>
            <a:pPr marL="285750" indent="-285750">
              <a:buFont typeface="Arial"/>
              <a:buChar char="•"/>
            </a:pPr>
            <a:r>
              <a:rPr lang="en-US">
                <a:ea typeface="Calibri"/>
                <a:cs typeface="Calibri"/>
              </a:rPr>
              <a:t>Healthy</a:t>
            </a:r>
          </a:p>
          <a:p>
            <a:endParaRPr lang="en-US">
              <a:ea typeface="Calibri"/>
              <a:cs typeface="Calibri"/>
            </a:endParaRPr>
          </a:p>
        </p:txBody>
      </p:sp>
      <p:sp>
        <p:nvSpPr>
          <p:cNvPr id="4" name="Text 3">
            <a:extLst>
              <a:ext uri="{FF2B5EF4-FFF2-40B4-BE49-F238E27FC236}">
                <a16:creationId xmlns:a16="http://schemas.microsoft.com/office/drawing/2014/main" id="{CB2ECEC0-71C7-21E6-939D-59F40424467C}"/>
              </a:ext>
            </a:extLst>
          </p:cNvPr>
          <p:cNvSpPr/>
          <p:nvPr/>
        </p:nvSpPr>
        <p:spPr>
          <a:xfrm>
            <a:off x="819149" y="3429390"/>
            <a:ext cx="7328223" cy="1004326"/>
          </a:xfrm>
          <a:prstGeom prst="rect">
            <a:avLst/>
          </a:prstGeom>
          <a:noFill/>
          <a:ln/>
        </p:spPr>
        <p:txBody>
          <a:bodyPr wrap="square" lIns="91440" tIns="45720" rIns="91440" bIns="45720" rtlCol="0" anchor="ctr"/>
          <a:lstStyle/>
          <a:p>
            <a:endParaRPr lang="en-US">
              <a:ea typeface="+mn-lt"/>
              <a:cs typeface="+mn-lt"/>
            </a:endParaRPr>
          </a:p>
          <a:p>
            <a:r>
              <a:rPr lang="en-US" b="1">
                <a:ea typeface="Calibri"/>
                <a:cs typeface="Calibri"/>
              </a:rPr>
              <a:t>Invasive Species Classes:</a:t>
            </a:r>
          </a:p>
          <a:p>
            <a:pPr marL="285750" indent="-285750">
              <a:buFont typeface="Arial"/>
              <a:buChar char="•"/>
            </a:pPr>
            <a:r>
              <a:rPr lang="en-US">
                <a:ea typeface="+mn-lt"/>
                <a:cs typeface="+mn-lt"/>
              </a:rPr>
              <a:t>Lantana Camara</a:t>
            </a:r>
            <a:endParaRPr lang="en-US" err="1">
              <a:ea typeface="Calibri"/>
              <a:cs typeface="Calibri"/>
            </a:endParaRPr>
          </a:p>
          <a:p>
            <a:pPr marL="285750" indent="-285750">
              <a:buFont typeface="Arial"/>
              <a:buChar char="•"/>
            </a:pPr>
            <a:r>
              <a:rPr lang="en-US" err="1">
                <a:ea typeface="Calibri"/>
                <a:cs typeface="Calibri"/>
              </a:rPr>
              <a:t>Tridax</a:t>
            </a:r>
            <a:r>
              <a:rPr lang="en-US">
                <a:ea typeface="Calibri"/>
                <a:cs typeface="Calibri"/>
              </a:rPr>
              <a:t> Procumbens</a:t>
            </a:r>
          </a:p>
          <a:p>
            <a:pPr marL="285750" indent="-285750">
              <a:buFont typeface="Arial"/>
              <a:buChar char="•"/>
            </a:pPr>
            <a:r>
              <a:rPr lang="en-US">
                <a:ea typeface="Calibri"/>
                <a:cs typeface="Calibri"/>
              </a:rPr>
              <a:t>Vernonia Cinerea</a:t>
            </a:r>
          </a:p>
          <a:p>
            <a:endParaRPr lang="en-US">
              <a:ea typeface="Calibri"/>
              <a:cs typeface="Calibri"/>
            </a:endParaRPr>
          </a:p>
        </p:txBody>
      </p:sp>
    </p:spTree>
    <p:extLst>
      <p:ext uri="{BB962C8B-B14F-4D97-AF65-F5344CB8AC3E}">
        <p14:creationId xmlns:p14="http://schemas.microsoft.com/office/powerpoint/2010/main" val="4187577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E979CED6-050C-4C6B-3972-0BF57C0B9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B42F3F-3939-42DC-B041-0404126EE47F}"/>
              </a:ext>
            </a:extLst>
          </p:cNvPr>
          <p:cNvSpPr/>
          <p:nvPr/>
        </p:nvSpPr>
        <p:spPr>
          <a:xfrm>
            <a:off x="551563" y="3161152"/>
            <a:ext cx="10789920" cy="548640"/>
          </a:xfrm>
          <a:prstGeom prst="rect">
            <a:avLst/>
          </a:prstGeom>
          <a:noFill/>
          <a:ln/>
        </p:spPr>
        <p:txBody>
          <a:bodyPr wrap="square" lIns="91440" tIns="45720" rIns="91440" bIns="45720" rtlCol="0" anchor="ctr"/>
          <a:lstStyle/>
          <a:p>
            <a:endParaRPr lang="en-US">
              <a:ea typeface="Calibri"/>
              <a:cs typeface="Calibri"/>
            </a:endParaRPr>
          </a:p>
          <a:p>
            <a:pPr marL="0" indent="0">
              <a:buNone/>
            </a:pPr>
            <a:r>
              <a:rPr lang="en-US" sz="3400" b="1">
                <a:latin typeface="Calibri"/>
                <a:ea typeface="Calibri"/>
                <a:cs typeface="Calibri"/>
              </a:rPr>
              <a:t>Technologies</a:t>
            </a:r>
            <a:endParaRPr lang="en-US" sz="3400">
              <a:ea typeface="Calibri"/>
              <a:cs typeface="Calibri"/>
            </a:endParaRPr>
          </a:p>
        </p:txBody>
      </p:sp>
      <p:sp>
        <p:nvSpPr>
          <p:cNvPr id="5" name="Text 3">
            <a:extLst>
              <a:ext uri="{FF2B5EF4-FFF2-40B4-BE49-F238E27FC236}">
                <a16:creationId xmlns:a16="http://schemas.microsoft.com/office/drawing/2014/main" id="{3D97FC00-C5C7-D77D-8970-AFD877021A61}"/>
              </a:ext>
            </a:extLst>
          </p:cNvPr>
          <p:cNvSpPr/>
          <p:nvPr/>
        </p:nvSpPr>
        <p:spPr>
          <a:xfrm>
            <a:off x="557799" y="4209267"/>
            <a:ext cx="4787395" cy="1870710"/>
          </a:xfrm>
          <a:prstGeom prst="rect">
            <a:avLst/>
          </a:prstGeom>
          <a:noFill/>
          <a:ln/>
        </p:spPr>
        <p:txBody>
          <a:bodyPr wrap="square" lIns="91440" tIns="45720" rIns="91440" bIns="45720" rtlCol="0" anchor="ctr"/>
          <a:lstStyle/>
          <a:p>
            <a:pPr marL="342900" indent="-342900">
              <a:buFont typeface="Arial"/>
              <a:buChar char="•"/>
            </a:pPr>
            <a:r>
              <a:rPr lang="en-US" sz="2000">
                <a:ea typeface="+mn-lt"/>
                <a:cs typeface="+mn-lt"/>
              </a:rPr>
              <a:t>Python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TensorFlow &amp; </a:t>
            </a:r>
            <a:r>
              <a:rPr lang="en-US" sz="2000" err="1">
                <a:ea typeface="+mn-lt"/>
                <a:cs typeface="+mn-lt"/>
              </a:rPr>
              <a:t>Keras</a:t>
            </a:r>
            <a:r>
              <a:rPr lang="en-US" sz="2000">
                <a:ea typeface="+mn-lt"/>
                <a:cs typeface="+mn-lt"/>
              </a:rPr>
              <a:t>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NumPy &amp; Matplotlib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Image classification models</a:t>
            </a:r>
          </a:p>
          <a:p>
            <a:pPr marL="342900" indent="-342900">
              <a:buFont typeface="Arial"/>
              <a:buChar char="•"/>
            </a:pPr>
            <a:r>
              <a:rPr lang="en-US" sz="2000" err="1">
                <a:ea typeface="+mn-lt"/>
                <a:cs typeface="+mn-lt"/>
              </a:rPr>
              <a:t>Streamlit</a:t>
            </a:r>
            <a:r>
              <a:rPr lang="en-US" sz="2000">
                <a:ea typeface="+mn-lt"/>
                <a:cs typeface="+mn-lt"/>
              </a:rPr>
              <a:t>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VS Code / Anaconda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Rule Based System</a:t>
            </a:r>
          </a:p>
          <a:p>
            <a:pPr marL="285750" indent="-285750">
              <a:buFont typeface="Arial"/>
              <a:buChar char="•"/>
            </a:pPr>
            <a:endParaRPr lang="en-US" sz="2200">
              <a:ea typeface="+mn-lt"/>
              <a:cs typeface="+mn-lt"/>
            </a:endParaRPr>
          </a:p>
        </p:txBody>
      </p:sp>
      <p:sp>
        <p:nvSpPr>
          <p:cNvPr id="13" name="Shape 10">
            <a:extLst>
              <a:ext uri="{FF2B5EF4-FFF2-40B4-BE49-F238E27FC236}">
                <a16:creationId xmlns:a16="http://schemas.microsoft.com/office/drawing/2014/main" id="{203FCA68-A20A-6FC8-42E5-BEC9B9D71FE2}"/>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FBED0C06-4129-E7BB-BA95-2D4126BE66C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BC464FAA-3659-BBBD-58E7-D272D423BEB5}"/>
              </a:ext>
            </a:extLst>
          </p:cNvPr>
          <p:cNvSpPr/>
          <p:nvPr/>
        </p:nvSpPr>
        <p:spPr>
          <a:xfrm>
            <a:off x="798273" y="4589745"/>
            <a:ext cx="10788015" cy="1870710"/>
          </a:xfrm>
          <a:prstGeom prst="rect">
            <a:avLst/>
          </a:prstGeom>
          <a:noFill/>
          <a:ln/>
        </p:spPr>
        <p:txBody>
          <a:bodyPr wrap="square" lIns="91440" tIns="45720" rIns="91440" bIns="45720" rtlCol="0" anchor="ctr"/>
          <a:lstStyle/>
          <a:p>
            <a:endParaRPr lang="en-US">
              <a:ea typeface="+mn-lt"/>
              <a:cs typeface="+mn-lt"/>
            </a:endParaRPr>
          </a:p>
        </p:txBody>
      </p:sp>
      <p:grpSp>
        <p:nvGrpSpPr>
          <p:cNvPr id="17" name="Group 16">
            <a:extLst>
              <a:ext uri="{FF2B5EF4-FFF2-40B4-BE49-F238E27FC236}">
                <a16:creationId xmlns:a16="http://schemas.microsoft.com/office/drawing/2014/main" id="{C4632078-0924-9E0B-8BD5-AE13FE460083}"/>
              </a:ext>
            </a:extLst>
          </p:cNvPr>
          <p:cNvGrpSpPr/>
          <p:nvPr/>
        </p:nvGrpSpPr>
        <p:grpSpPr>
          <a:xfrm>
            <a:off x="-4763" y="6455569"/>
            <a:ext cx="12215812" cy="474107"/>
            <a:chOff x="4762" y="6455569"/>
            <a:chExt cx="12215812" cy="474107"/>
          </a:xfrm>
        </p:grpSpPr>
        <p:sp>
          <p:nvSpPr>
            <p:cNvPr id="10" name="Rectangle 9">
              <a:extLst>
                <a:ext uri="{FF2B5EF4-FFF2-40B4-BE49-F238E27FC236}">
                  <a16:creationId xmlns:a16="http://schemas.microsoft.com/office/drawing/2014/main" id="{A59C62FB-DE94-37D4-3B6E-F1455EA03FA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AA5B7CC-DE6A-F0D0-7FD8-22BEE6214EDA}"/>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2" name="Text 23">
              <a:extLst>
                <a:ext uri="{FF2B5EF4-FFF2-40B4-BE49-F238E27FC236}">
                  <a16:creationId xmlns:a16="http://schemas.microsoft.com/office/drawing/2014/main" id="{614C416E-E48A-99A0-8423-ACF9C677DE4F}"/>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34</a:t>
              </a:r>
            </a:p>
          </p:txBody>
        </p:sp>
        <p:pic>
          <p:nvPicPr>
            <p:cNvPr id="14" name="Picture 13">
              <a:extLst>
                <a:ext uri="{FF2B5EF4-FFF2-40B4-BE49-F238E27FC236}">
                  <a16:creationId xmlns:a16="http://schemas.microsoft.com/office/drawing/2014/main" id="{6C1BCCE0-5CE9-F422-475E-435F0CF66480}"/>
                </a:ext>
              </a:extLst>
            </p:cNvPr>
            <p:cNvPicPr>
              <a:picLocks noChangeAspect="1"/>
            </p:cNvPicPr>
            <p:nvPr/>
          </p:nvPicPr>
          <p:blipFill>
            <a:blip r:embed="rId3"/>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D698F671-AA5B-D66D-E5AE-A721C1773C11}"/>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3" name="TextBox 2">
            <a:extLst>
              <a:ext uri="{FF2B5EF4-FFF2-40B4-BE49-F238E27FC236}">
                <a16:creationId xmlns:a16="http://schemas.microsoft.com/office/drawing/2014/main" id="{936EFCFA-6107-F48C-21F3-2290BDB800B3}"/>
              </a:ext>
            </a:extLst>
          </p:cNvPr>
          <p:cNvSpPr txBox="1"/>
          <p:nvPr/>
        </p:nvSpPr>
        <p:spPr>
          <a:xfrm>
            <a:off x="553233" y="2165959"/>
            <a:ext cx="9958191" cy="15388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baseline="0">
                <a:latin typeface="Calibri"/>
                <a:ea typeface="Segoe UI"/>
                <a:cs typeface="Segoe UI"/>
              </a:rPr>
              <a:t>Treatment </a:t>
            </a:r>
            <a:r>
              <a:rPr lang="en-US" sz="2200" b="1">
                <a:latin typeface="Calibri"/>
                <a:ea typeface="Segoe UI"/>
                <a:cs typeface="Segoe UI"/>
              </a:rPr>
              <a:t>Recommendation Guidance​:</a:t>
            </a:r>
          </a:p>
          <a:p>
            <a:pPr marL="285750" lvl="0" indent="-285750" rtl="0">
              <a:buFont typeface="Arial,Sans-Serif"/>
              <a:buChar char="•"/>
            </a:pPr>
            <a:r>
              <a:rPr lang="en-US" sz="1800" b="1" baseline="0">
                <a:latin typeface="Calibri"/>
                <a:ea typeface="Arial"/>
                <a:cs typeface="Arial"/>
              </a:rPr>
              <a:t>Approach:</a:t>
            </a:r>
            <a:r>
              <a:rPr lang="en-US" sz="1800" baseline="0">
                <a:latin typeface="Calibri"/>
                <a:ea typeface="Arial"/>
                <a:cs typeface="Arial"/>
              </a:rPr>
              <a:t> Expert-defined rules based on type, severity, and symptoms.</a:t>
            </a:r>
            <a:r>
              <a:rPr lang="en-US" sz="1800">
                <a:latin typeface="Calibri"/>
                <a:ea typeface="Arial"/>
                <a:cs typeface="Arial"/>
              </a:rPr>
              <a:t>​</a:t>
            </a:r>
          </a:p>
          <a:p>
            <a:pPr marL="285750" indent="-285750">
              <a:buFont typeface="Arial,Sans-Serif"/>
              <a:buChar char="•"/>
            </a:pPr>
            <a:r>
              <a:rPr lang="en-US" sz="1800" b="1" baseline="0">
                <a:latin typeface="Calibri"/>
                <a:ea typeface="Arial"/>
                <a:cs typeface="Arial"/>
              </a:rPr>
              <a:t>Purpose:</a:t>
            </a:r>
            <a:r>
              <a:rPr lang="en-US" sz="1800" baseline="0">
                <a:latin typeface="Calibri"/>
                <a:ea typeface="Arial"/>
                <a:cs typeface="Arial"/>
              </a:rPr>
              <a:t> Provide practical, </a:t>
            </a:r>
            <a:r>
              <a:rPr lang="en-US">
                <a:latin typeface="Calibri"/>
                <a:ea typeface="Arial"/>
                <a:cs typeface="Arial"/>
              </a:rPr>
              <a:t>both eco-friendly</a:t>
            </a:r>
            <a:r>
              <a:rPr lang="en-US" sz="1800" baseline="0">
                <a:latin typeface="Calibri"/>
                <a:ea typeface="Arial"/>
                <a:cs typeface="Arial"/>
              </a:rPr>
              <a:t> treatment </a:t>
            </a:r>
            <a:r>
              <a:rPr lang="en-US">
                <a:latin typeface="Calibri"/>
                <a:ea typeface="Arial"/>
                <a:cs typeface="Arial"/>
              </a:rPr>
              <a:t>and chemical treatment recommendations</a:t>
            </a:r>
            <a:r>
              <a:rPr lang="en-US" sz="1800" baseline="0">
                <a:latin typeface="Calibri"/>
                <a:ea typeface="Arial"/>
                <a:cs typeface="Arial"/>
              </a:rPr>
              <a:t>.</a:t>
            </a:r>
            <a:r>
              <a:rPr lang="en-US" sz="1800">
                <a:latin typeface="Calibri"/>
                <a:ea typeface="Arial"/>
                <a:cs typeface="Arial"/>
              </a:rPr>
              <a:t>​</a:t>
            </a:r>
          </a:p>
          <a:p>
            <a:pPr lvl="0" rtl="0"/>
            <a:endParaRPr lang="en-US" sz="1800" baseline="0">
              <a:latin typeface="Calibri"/>
              <a:ea typeface="Arial"/>
              <a:cs typeface="Arial"/>
            </a:endParaRPr>
          </a:p>
          <a:p>
            <a:pPr algn="ctr"/>
            <a:endParaRPr lang="en-US"/>
          </a:p>
        </p:txBody>
      </p:sp>
      <p:sp>
        <p:nvSpPr>
          <p:cNvPr id="4" name="TextBox 3">
            <a:extLst>
              <a:ext uri="{FF2B5EF4-FFF2-40B4-BE49-F238E27FC236}">
                <a16:creationId xmlns:a16="http://schemas.microsoft.com/office/drawing/2014/main" id="{27708471-9D1C-0BEC-B43E-A5C11F0E9B98}"/>
              </a:ext>
            </a:extLst>
          </p:cNvPr>
          <p:cNvSpPr txBox="1"/>
          <p:nvPr/>
        </p:nvSpPr>
        <p:spPr>
          <a:xfrm>
            <a:off x="553232" y="328809"/>
            <a:ext cx="1091852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 </a:t>
            </a:r>
            <a:r>
              <a:rPr lang="en-US" sz="2200" b="1"/>
              <a:t>Modeling:</a:t>
            </a:r>
          </a:p>
          <a:p>
            <a:pPr marL="285750" indent="-285750">
              <a:buFont typeface="Arial"/>
              <a:buChar char="•"/>
            </a:pPr>
            <a:r>
              <a:rPr lang="en-US" b="1"/>
              <a:t>Model Type:</a:t>
            </a:r>
            <a:r>
              <a:rPr lang="en-US"/>
              <a:t> CNN, R-CNN and </a:t>
            </a:r>
            <a:r>
              <a:rPr lang="en-US">
                <a:solidFill>
                  <a:srgbClr val="000000"/>
                </a:solidFill>
                <a:ea typeface="+mn-lt"/>
                <a:cs typeface="+mn-lt"/>
              </a:rPr>
              <a:t>YOLOv2 models</a:t>
            </a:r>
            <a:r>
              <a:rPr lang="en-US"/>
              <a:t>. </a:t>
            </a:r>
            <a:r>
              <a:rPr lang="en-US">
                <a:ea typeface="+mn-lt"/>
                <a:cs typeface="+mn-lt"/>
              </a:rPr>
              <a:t>Confusion Matrix used for class-wise analysis. High precision and recall across all disease categories. </a:t>
            </a:r>
            <a:endParaRPr lang="en-US">
              <a:ea typeface="Calibri" panose="020F0502020204030204"/>
              <a:cs typeface="Calibri" panose="020F0502020204030204"/>
            </a:endParaRPr>
          </a:p>
          <a:p>
            <a:pPr marL="228600" indent="-228600">
              <a:buFont typeface="Arial"/>
              <a:buChar char="•"/>
            </a:pPr>
            <a:r>
              <a:rPr lang="en-US" b="1"/>
              <a:t>Functionality:</a:t>
            </a:r>
            <a:r>
              <a:rPr lang="en-US"/>
              <a:t> Detects diseases and invasive species; classifies leaf condition.</a:t>
            </a:r>
            <a:endParaRPr lang="en-US">
              <a:ea typeface="Calibri"/>
              <a:cs typeface="Calibri"/>
            </a:endParaRPr>
          </a:p>
          <a:p>
            <a:pPr marL="228600" indent="-228600">
              <a:buFont typeface="Arial"/>
              <a:buChar char="•"/>
            </a:pPr>
            <a:r>
              <a:rPr lang="en-US" b="1"/>
              <a:t>Optimization:</a:t>
            </a:r>
            <a:r>
              <a:rPr lang="en-US"/>
              <a:t> Adam optimizer with categorical cross-entropy loss.</a:t>
            </a:r>
            <a:endParaRPr lang="en-US">
              <a:ea typeface="Calibri"/>
              <a:cs typeface="Calibri"/>
            </a:endParaRPr>
          </a:p>
          <a:p>
            <a:pPr marL="228600" indent="-228600">
              <a:buFont typeface="Arial"/>
              <a:buChar char="•"/>
            </a:pPr>
            <a:r>
              <a:rPr lang="en-US" b="1"/>
              <a:t>Model Selection:</a:t>
            </a:r>
            <a:r>
              <a:rPr lang="en-US"/>
              <a:t> Best-performing model chosen based on validation accuracy</a:t>
            </a:r>
            <a:endParaRPr lang="en-US">
              <a:ea typeface="Calibri"/>
              <a:cs typeface="Calibri"/>
            </a:endParaRPr>
          </a:p>
          <a:p>
            <a:pPr algn="ctr"/>
            <a:endParaRPr lang="en-US"/>
          </a:p>
        </p:txBody>
      </p:sp>
      <p:pic>
        <p:nvPicPr>
          <p:cNvPr id="7" name="Picture 6" descr="A collage of flowers&#10;&#10;AI-generated content may be incorrect.">
            <a:extLst>
              <a:ext uri="{FF2B5EF4-FFF2-40B4-BE49-F238E27FC236}">
                <a16:creationId xmlns:a16="http://schemas.microsoft.com/office/drawing/2014/main" id="{C01891B1-BDFA-F4AC-AA0A-AD7F9E0D2EC0}"/>
              </a:ext>
            </a:extLst>
          </p:cNvPr>
          <p:cNvPicPr>
            <a:picLocks noChangeAspect="1"/>
          </p:cNvPicPr>
          <p:nvPr/>
        </p:nvPicPr>
        <p:blipFill>
          <a:blip r:embed="rId4"/>
          <a:stretch>
            <a:fillRect/>
          </a:stretch>
        </p:blipFill>
        <p:spPr>
          <a:xfrm rot="-5400000">
            <a:off x="6537632" y="1965184"/>
            <a:ext cx="3093749" cy="5490575"/>
          </a:xfrm>
          <a:prstGeom prst="rect">
            <a:avLst/>
          </a:prstGeom>
        </p:spPr>
      </p:pic>
    </p:spTree>
    <p:extLst>
      <p:ext uri="{BB962C8B-B14F-4D97-AF65-F5344CB8AC3E}">
        <p14:creationId xmlns:p14="http://schemas.microsoft.com/office/powerpoint/2010/main" val="3068974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FE5E4-DE44-9E98-67F7-E66F6FDA7BEA}"/>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57D81D1B-8308-CB8D-A603-1151B54B28FF}"/>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8A8BCCFF-C28A-2321-3007-CC7E98183DC1}"/>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F102E512-8B2D-E765-DBCD-EC782D504B66}"/>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D598E498-77B4-92F9-9A70-89F5FA9A9310}"/>
              </a:ext>
            </a:extLst>
          </p:cNvPr>
          <p:cNvSpPr/>
          <p:nvPr/>
        </p:nvSpPr>
        <p:spPr>
          <a:xfrm>
            <a:off x="822193" y="816761"/>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Current Enhancement Methods</a:t>
            </a:r>
            <a:endParaRPr lang="en-US">
              <a:solidFill>
                <a:schemeClr val="bg1"/>
              </a:solidFill>
            </a:endParaRPr>
          </a:p>
          <a:p>
            <a:endParaRPr lang="en-US" sz="3400" b="1">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522D0995-8BFB-B8D5-4CB0-3B0329543F2C}"/>
              </a:ext>
            </a:extLst>
          </p:cNvPr>
          <p:cNvSpPr/>
          <p:nvPr/>
        </p:nvSpPr>
        <p:spPr>
          <a:xfrm>
            <a:off x="597912" y="1136352"/>
            <a:ext cx="11005251" cy="743040"/>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3" name="Shape 20">
            <a:extLst>
              <a:ext uri="{FF2B5EF4-FFF2-40B4-BE49-F238E27FC236}">
                <a16:creationId xmlns:a16="http://schemas.microsoft.com/office/drawing/2014/main" id="{D3ADDDFA-0CF7-880D-AC7A-22C0E7470C66}"/>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A04ADF20-BF15-AF20-FC0D-8FA66E98ADB8}"/>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AC0555A2-A311-2B81-927B-86D8EC77989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02053B4-47D1-4F4A-1381-6B521BB952F4}"/>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91576168-B5BF-87A5-C557-99138D867CCC}"/>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35</a:t>
              </a:r>
            </a:p>
          </p:txBody>
        </p:sp>
        <p:pic>
          <p:nvPicPr>
            <p:cNvPr id="42" name="Picture 41">
              <a:extLst>
                <a:ext uri="{FF2B5EF4-FFF2-40B4-BE49-F238E27FC236}">
                  <a16:creationId xmlns:a16="http://schemas.microsoft.com/office/drawing/2014/main" id="{FF407C1C-C1EE-701F-B49B-E1889A8A5539}"/>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23ECD444-ECB4-E1DB-D2F2-588AF107B493}"/>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9" name="Shape 5">
            <a:extLst>
              <a:ext uri="{FF2B5EF4-FFF2-40B4-BE49-F238E27FC236}">
                <a16:creationId xmlns:a16="http://schemas.microsoft.com/office/drawing/2014/main" id="{7AE20CD0-5020-FD95-F694-AA37A758E2F5}"/>
              </a:ext>
            </a:extLst>
          </p:cNvPr>
          <p:cNvSpPr/>
          <p:nvPr/>
        </p:nvSpPr>
        <p:spPr>
          <a:xfrm>
            <a:off x="597912" y="2042514"/>
            <a:ext cx="11005251" cy="753336"/>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0" name="Shape 5">
            <a:extLst>
              <a:ext uri="{FF2B5EF4-FFF2-40B4-BE49-F238E27FC236}">
                <a16:creationId xmlns:a16="http://schemas.microsoft.com/office/drawing/2014/main" id="{1885E85B-83D1-C508-60D9-C3B133B527D8}"/>
              </a:ext>
            </a:extLst>
          </p:cNvPr>
          <p:cNvSpPr/>
          <p:nvPr/>
        </p:nvSpPr>
        <p:spPr>
          <a:xfrm>
            <a:off x="597912" y="3103136"/>
            <a:ext cx="11005251" cy="804822"/>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2" name="Shape 5">
            <a:extLst>
              <a:ext uri="{FF2B5EF4-FFF2-40B4-BE49-F238E27FC236}">
                <a16:creationId xmlns:a16="http://schemas.microsoft.com/office/drawing/2014/main" id="{7C23F46B-52D6-E28C-9C21-228EC2C4FD1F}"/>
              </a:ext>
            </a:extLst>
          </p:cNvPr>
          <p:cNvSpPr/>
          <p:nvPr/>
        </p:nvSpPr>
        <p:spPr>
          <a:xfrm>
            <a:off x="597911" y="4112270"/>
            <a:ext cx="11005251" cy="876903"/>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4" name="Shape 5">
            <a:extLst>
              <a:ext uri="{FF2B5EF4-FFF2-40B4-BE49-F238E27FC236}">
                <a16:creationId xmlns:a16="http://schemas.microsoft.com/office/drawing/2014/main" id="{0F78928F-BD9F-2B14-CD91-2D947E738479}"/>
              </a:ext>
            </a:extLst>
          </p:cNvPr>
          <p:cNvSpPr/>
          <p:nvPr/>
        </p:nvSpPr>
        <p:spPr>
          <a:xfrm>
            <a:off x="597912" y="5162594"/>
            <a:ext cx="11005251" cy="85630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5" name="TextBox 14">
            <a:extLst>
              <a:ext uri="{FF2B5EF4-FFF2-40B4-BE49-F238E27FC236}">
                <a16:creationId xmlns:a16="http://schemas.microsoft.com/office/drawing/2014/main" id="{4F27BB62-E3F3-C069-C6C1-AD07FEB9A28D}"/>
              </a:ext>
            </a:extLst>
          </p:cNvPr>
          <p:cNvSpPr txBox="1"/>
          <p:nvPr/>
        </p:nvSpPr>
        <p:spPr>
          <a:xfrm>
            <a:off x="1503406" y="1256269"/>
            <a:ext cx="988540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Dataset Collection</a:t>
            </a:r>
            <a:r>
              <a:rPr lang="en-US"/>
              <a:t>: Collected tea leaf images from local tea estates and verified reference sources to ensure real-world relevance.​ ​ </a:t>
            </a:r>
          </a:p>
          <a:p>
            <a:endParaRPr lang="en-US"/>
          </a:p>
          <a:p>
            <a:r>
              <a:rPr lang="en-US" b="1"/>
              <a:t>Model Training &amp; Comparison</a:t>
            </a:r>
            <a:r>
              <a:rPr lang="en-US"/>
              <a:t>: Trained and evaluated CNN, R-CNN, and YOLOv2 models to compare performance and select the most suitable model.​ ​ </a:t>
            </a:r>
            <a:endParaRPr lang="en-US">
              <a:ea typeface="Calibri"/>
              <a:cs typeface="Calibri"/>
            </a:endParaRPr>
          </a:p>
          <a:p>
            <a:endParaRPr lang="en-US"/>
          </a:p>
          <a:p>
            <a:endParaRPr lang="en-US"/>
          </a:p>
          <a:p>
            <a:r>
              <a:rPr lang="en-US" b="1"/>
              <a:t>Disease Detection</a:t>
            </a:r>
            <a:r>
              <a:rPr lang="en-US"/>
              <a:t>: Accurately detected six major tea leaf diseases with approximately 94% accuracy and presented results through a user-friendly interface.​ ​ </a:t>
            </a:r>
          </a:p>
          <a:p>
            <a:endParaRPr lang="en-US"/>
          </a:p>
          <a:p>
            <a:endParaRPr lang="en-US"/>
          </a:p>
          <a:p>
            <a:r>
              <a:rPr lang="en-US" b="1"/>
              <a:t>Treatment Recommendation System</a:t>
            </a:r>
            <a:r>
              <a:rPr lang="en-US"/>
              <a:t>: Developed a recommendation system to suggest both organic and chemical treatments based on disease severity and symptoms.​ ​ </a:t>
            </a:r>
          </a:p>
          <a:p>
            <a:endParaRPr lang="en-US"/>
          </a:p>
          <a:p>
            <a:endParaRPr lang="en-US"/>
          </a:p>
          <a:p>
            <a:r>
              <a:rPr lang="en-US" b="1"/>
              <a:t>User Interface Development</a:t>
            </a:r>
            <a:r>
              <a:rPr lang="en-US"/>
              <a:t>: Built an interactive web-based frontend to allow easy image upload, form-based inputs, and clear result visualization.</a:t>
            </a:r>
            <a:endParaRPr lang="en-US">
              <a:ea typeface="Calibri"/>
              <a:cs typeface="Calibri"/>
            </a:endParaRPr>
          </a:p>
          <a:p>
            <a:pPr algn="ctr"/>
            <a:endParaRPr lang="en-US"/>
          </a:p>
        </p:txBody>
      </p:sp>
      <p:sp>
        <p:nvSpPr>
          <p:cNvPr id="17" name="Shape 6">
            <a:extLst>
              <a:ext uri="{FF2B5EF4-FFF2-40B4-BE49-F238E27FC236}">
                <a16:creationId xmlns:a16="http://schemas.microsoft.com/office/drawing/2014/main" id="{3BDE8E4C-157A-7320-9829-55E91BC2A41A}"/>
              </a:ext>
            </a:extLst>
          </p:cNvPr>
          <p:cNvSpPr/>
          <p:nvPr/>
        </p:nvSpPr>
        <p:spPr>
          <a:xfrm>
            <a:off x="729691" y="1217869"/>
            <a:ext cx="587359" cy="587358"/>
          </a:xfrm>
          <a:prstGeom prst="ellipse">
            <a:avLst/>
          </a:prstGeom>
          <a:solidFill>
            <a:srgbClr val="C8A13C"/>
          </a:solidFill>
          <a:ln w="12700">
            <a:solidFill>
              <a:srgbClr val="C8A13C"/>
            </a:solidFill>
            <a:prstDash val="solid"/>
          </a:ln>
        </p:spPr>
        <p:txBody>
          <a:bodyPr/>
          <a:lstStyle/>
          <a:p>
            <a:endParaRPr lang="en-US"/>
          </a:p>
        </p:txBody>
      </p:sp>
      <p:sp>
        <p:nvSpPr>
          <p:cNvPr id="18" name="Shape 6">
            <a:extLst>
              <a:ext uri="{FF2B5EF4-FFF2-40B4-BE49-F238E27FC236}">
                <a16:creationId xmlns:a16="http://schemas.microsoft.com/office/drawing/2014/main" id="{D24D2A11-412E-6B4C-FCB4-73EFBF691035}"/>
              </a:ext>
            </a:extLst>
          </p:cNvPr>
          <p:cNvSpPr/>
          <p:nvPr/>
        </p:nvSpPr>
        <p:spPr>
          <a:xfrm>
            <a:off x="729691" y="2134328"/>
            <a:ext cx="587359" cy="587358"/>
          </a:xfrm>
          <a:prstGeom prst="ellipse">
            <a:avLst/>
          </a:prstGeom>
          <a:solidFill>
            <a:srgbClr val="C8A13C"/>
          </a:solidFill>
          <a:ln w="12700">
            <a:solidFill>
              <a:srgbClr val="C8A13C"/>
            </a:solidFill>
            <a:prstDash val="solid"/>
          </a:ln>
        </p:spPr>
        <p:txBody>
          <a:bodyPr/>
          <a:lstStyle/>
          <a:p>
            <a:endParaRPr lang="en-US"/>
          </a:p>
        </p:txBody>
      </p:sp>
      <p:sp>
        <p:nvSpPr>
          <p:cNvPr id="19" name="Shape 6">
            <a:extLst>
              <a:ext uri="{FF2B5EF4-FFF2-40B4-BE49-F238E27FC236}">
                <a16:creationId xmlns:a16="http://schemas.microsoft.com/office/drawing/2014/main" id="{0C8897FE-F0FE-629A-BF8E-A92768A2FDA9}"/>
              </a:ext>
            </a:extLst>
          </p:cNvPr>
          <p:cNvSpPr/>
          <p:nvPr/>
        </p:nvSpPr>
        <p:spPr>
          <a:xfrm>
            <a:off x="729691" y="3205247"/>
            <a:ext cx="587359" cy="587358"/>
          </a:xfrm>
          <a:prstGeom prst="ellipse">
            <a:avLst/>
          </a:prstGeom>
          <a:solidFill>
            <a:srgbClr val="C8A13C"/>
          </a:solidFill>
          <a:ln w="12700">
            <a:solidFill>
              <a:srgbClr val="C8A13C"/>
            </a:solidFill>
            <a:prstDash val="solid"/>
          </a:ln>
        </p:spPr>
        <p:txBody>
          <a:bodyPr/>
          <a:lstStyle/>
          <a:p>
            <a:endParaRPr lang="en-US"/>
          </a:p>
        </p:txBody>
      </p:sp>
      <p:sp>
        <p:nvSpPr>
          <p:cNvPr id="20" name="Shape 6">
            <a:extLst>
              <a:ext uri="{FF2B5EF4-FFF2-40B4-BE49-F238E27FC236}">
                <a16:creationId xmlns:a16="http://schemas.microsoft.com/office/drawing/2014/main" id="{B84E03D4-E812-B6FD-0636-317135AFACA8}"/>
              </a:ext>
            </a:extLst>
          </p:cNvPr>
          <p:cNvSpPr/>
          <p:nvPr/>
        </p:nvSpPr>
        <p:spPr>
          <a:xfrm>
            <a:off x="729690" y="4265869"/>
            <a:ext cx="587359" cy="587358"/>
          </a:xfrm>
          <a:prstGeom prst="ellipse">
            <a:avLst/>
          </a:prstGeom>
          <a:solidFill>
            <a:srgbClr val="C8A13C"/>
          </a:solidFill>
          <a:ln w="12700">
            <a:solidFill>
              <a:srgbClr val="C8A13C"/>
            </a:solidFill>
            <a:prstDash val="solid"/>
          </a:ln>
        </p:spPr>
        <p:txBody>
          <a:bodyPr/>
          <a:lstStyle/>
          <a:p>
            <a:endParaRPr lang="en-US"/>
          </a:p>
        </p:txBody>
      </p:sp>
      <p:sp>
        <p:nvSpPr>
          <p:cNvPr id="21" name="Shape 6">
            <a:extLst>
              <a:ext uri="{FF2B5EF4-FFF2-40B4-BE49-F238E27FC236}">
                <a16:creationId xmlns:a16="http://schemas.microsoft.com/office/drawing/2014/main" id="{7B37ECCA-2ECF-09F5-B9BC-EBCA64561A54}"/>
              </a:ext>
            </a:extLst>
          </p:cNvPr>
          <p:cNvSpPr/>
          <p:nvPr/>
        </p:nvSpPr>
        <p:spPr>
          <a:xfrm>
            <a:off x="729690" y="5305895"/>
            <a:ext cx="587359" cy="587358"/>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2539868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70DC-7C97-3E87-6BDF-F6B5EE1D0433}"/>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58C9F89-3596-7D31-94C2-A0FA5E0516A6}"/>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1D08ADE1-030B-751D-E75F-B8EA4394DA25}"/>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7EE28118-9F36-6901-09DD-63F679105FF4}"/>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23" name="Shape 20">
            <a:extLst>
              <a:ext uri="{FF2B5EF4-FFF2-40B4-BE49-F238E27FC236}">
                <a16:creationId xmlns:a16="http://schemas.microsoft.com/office/drawing/2014/main" id="{3F1C00F3-E96F-BBF1-842D-DCD2B77350A5}"/>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27825809-C1D9-EE0C-E55E-3DDB93CAEC35}"/>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37247A8F-3CA1-13CC-6167-EEAA3D5E63E6}"/>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DEE576E-68D5-8665-62A9-C591A7F12E68}"/>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366D1691-8CD1-2837-A68A-60D097932CE0}"/>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35</a:t>
              </a:r>
            </a:p>
          </p:txBody>
        </p:sp>
        <p:pic>
          <p:nvPicPr>
            <p:cNvPr id="42" name="Picture 41">
              <a:extLst>
                <a:ext uri="{FF2B5EF4-FFF2-40B4-BE49-F238E27FC236}">
                  <a16:creationId xmlns:a16="http://schemas.microsoft.com/office/drawing/2014/main" id="{D3CBAA25-1F63-212D-E758-834C23C6EE08}"/>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D5784E2F-8C9B-117E-457B-9536599BCD46}"/>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4" name="Shape 5">
            <a:extLst>
              <a:ext uri="{FF2B5EF4-FFF2-40B4-BE49-F238E27FC236}">
                <a16:creationId xmlns:a16="http://schemas.microsoft.com/office/drawing/2014/main" id="{BD260A96-D1C8-5408-AD45-C348C5B0089D}"/>
              </a:ext>
            </a:extLst>
          </p:cNvPr>
          <p:cNvSpPr/>
          <p:nvPr/>
        </p:nvSpPr>
        <p:spPr>
          <a:xfrm>
            <a:off x="701167" y="1559247"/>
            <a:ext cx="11087630" cy="4377557"/>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3" name="TextBox 12">
            <a:extLst>
              <a:ext uri="{FF2B5EF4-FFF2-40B4-BE49-F238E27FC236}">
                <a16:creationId xmlns:a16="http://schemas.microsoft.com/office/drawing/2014/main" id="{0442C18D-86A2-586B-E8A6-7FBC6108E096}"/>
              </a:ext>
            </a:extLst>
          </p:cNvPr>
          <p:cNvSpPr txBox="1"/>
          <p:nvPr/>
        </p:nvSpPr>
        <p:spPr>
          <a:xfrm>
            <a:off x="964702" y="661284"/>
            <a:ext cx="609600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a:solidFill>
                  <a:schemeClr val="bg1"/>
                </a:solidFill>
                <a:latin typeface="Calibri"/>
                <a:ea typeface="Calibri"/>
                <a:cs typeface="Calibri"/>
              </a:rPr>
              <a:t>Future Enhancement Methods</a:t>
            </a:r>
            <a:endParaRPr lang="en-US"/>
          </a:p>
          <a:p>
            <a:pPr algn="ctr"/>
            <a:endParaRPr lang="en-US"/>
          </a:p>
        </p:txBody>
      </p:sp>
      <p:sp>
        <p:nvSpPr>
          <p:cNvPr id="7" name="TextBox 6">
            <a:extLst>
              <a:ext uri="{FF2B5EF4-FFF2-40B4-BE49-F238E27FC236}">
                <a16:creationId xmlns:a16="http://schemas.microsoft.com/office/drawing/2014/main" id="{2B9A016A-1323-DD7A-82D0-A3CB8355A48B}"/>
              </a:ext>
            </a:extLst>
          </p:cNvPr>
          <p:cNvSpPr txBox="1"/>
          <p:nvPr/>
        </p:nvSpPr>
        <p:spPr>
          <a:xfrm>
            <a:off x="1341894" y="2002613"/>
            <a:ext cx="10153135"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ea typeface="+mn-lt"/>
                <a:cs typeface="+mn-lt"/>
              </a:rPr>
              <a:t>Invasive Species Detection</a:t>
            </a:r>
            <a:r>
              <a:rPr lang="en-US" sz="2000">
                <a:ea typeface="+mn-lt"/>
                <a:cs typeface="+mn-lt"/>
              </a:rPr>
              <a:t>: Extend the CNN-based model to identify invasive species and additional pest threats affecting tea plants.</a:t>
            </a:r>
            <a:endParaRPr lang="en-US" sz="2000">
              <a:ea typeface="Calibri" panose="020F0502020204030204"/>
              <a:cs typeface="Calibri" panose="020F0502020204030204"/>
            </a:endParaRPr>
          </a:p>
          <a:p>
            <a:endParaRPr lang="en-US" sz="2000">
              <a:ea typeface="+mn-lt"/>
              <a:cs typeface="+mn-lt"/>
            </a:endParaRPr>
          </a:p>
          <a:p>
            <a:pPr marL="285750" indent="-285750">
              <a:buFont typeface="Arial"/>
              <a:buChar char="•"/>
            </a:pPr>
            <a:r>
              <a:rPr lang="en-US" sz="2000" b="1">
                <a:ea typeface="+mn-lt"/>
                <a:cs typeface="+mn-lt"/>
              </a:rPr>
              <a:t>Treatment System Completion</a:t>
            </a:r>
            <a:r>
              <a:rPr lang="en-US" sz="2000">
                <a:ea typeface="+mn-lt"/>
                <a:cs typeface="+mn-lt"/>
              </a:rPr>
              <a:t>: Fully implement and validate the treatment recommendation system with expert-verified organic and chemical solutions.</a:t>
            </a:r>
            <a:endParaRPr lang="en-US" sz="2000">
              <a:ea typeface="Calibri" panose="020F0502020204030204"/>
              <a:cs typeface="Calibri" panose="020F0502020204030204"/>
            </a:endParaRPr>
          </a:p>
          <a:p>
            <a:endParaRPr lang="en-US" sz="2000">
              <a:ea typeface="+mn-lt"/>
              <a:cs typeface="+mn-lt"/>
            </a:endParaRPr>
          </a:p>
          <a:p>
            <a:pPr marL="285750" indent="-285750">
              <a:buFont typeface="Arial"/>
              <a:buChar char="•"/>
            </a:pPr>
            <a:r>
              <a:rPr lang="en-US" sz="2000" b="1">
                <a:ea typeface="+mn-lt"/>
                <a:cs typeface="+mn-lt"/>
              </a:rPr>
              <a:t>Mobile Application Development</a:t>
            </a:r>
            <a:r>
              <a:rPr lang="en-US" sz="2000">
                <a:ea typeface="+mn-lt"/>
                <a:cs typeface="+mn-lt"/>
              </a:rPr>
              <a:t>: Develop a mobile application using TensorFlow Lite to enable on-device disease detection for field-level usage.</a:t>
            </a:r>
            <a:endParaRPr lang="en-US" sz="2000">
              <a:ea typeface="Calibri" panose="020F0502020204030204"/>
              <a:cs typeface="Calibri" panose="020F0502020204030204"/>
            </a:endParaRPr>
          </a:p>
          <a:p>
            <a:endParaRPr lang="en-US" sz="2000">
              <a:ea typeface="+mn-lt"/>
              <a:cs typeface="+mn-lt"/>
            </a:endParaRPr>
          </a:p>
          <a:p>
            <a:pPr marL="285750" indent="-285750">
              <a:buFont typeface="Arial"/>
              <a:buChar char="•"/>
            </a:pPr>
            <a:r>
              <a:rPr lang="en-US" sz="2000" b="1">
                <a:ea typeface="+mn-lt"/>
                <a:cs typeface="+mn-lt"/>
              </a:rPr>
              <a:t>Real-World Deployment &amp; Commercialization</a:t>
            </a:r>
            <a:r>
              <a:rPr lang="en-US" sz="2000">
                <a:ea typeface="+mn-lt"/>
                <a:cs typeface="+mn-lt"/>
              </a:rPr>
              <a:t>: Optimize the system for large-scale deployment and prepare it for commercial use by tea estates and agricultural authorities.</a:t>
            </a:r>
            <a:endParaRPr lang="en-US" sz="2000">
              <a:ea typeface="Calibri" panose="020F0502020204030204"/>
              <a:cs typeface="Calibri" panose="020F0502020204030204"/>
            </a:endParaRPr>
          </a:p>
          <a:p>
            <a:endParaRPr lang="en-US">
              <a:ea typeface="Calibri"/>
              <a:cs typeface="Calibri"/>
            </a:endParaRPr>
          </a:p>
          <a:p>
            <a:pPr algn="ctr"/>
            <a:endParaRPr lang="en-US"/>
          </a:p>
        </p:txBody>
      </p:sp>
    </p:spTree>
    <p:extLst>
      <p:ext uri="{BB962C8B-B14F-4D97-AF65-F5344CB8AC3E}">
        <p14:creationId xmlns:p14="http://schemas.microsoft.com/office/powerpoint/2010/main" val="1915766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FF38D-0395-7E48-96A9-9776B345A04D}"/>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01550F17-5F37-6891-0284-618D08F3C97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149465E1-FC2A-629E-605E-7F606C737E96}"/>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A7813A97-44E3-61EB-7795-58041CBCEC52}"/>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C427B50D-1C5A-D5B2-CD43-2264CE103CC7}"/>
              </a:ext>
            </a:extLst>
          </p:cNvPr>
          <p:cNvSpPr/>
          <p:nvPr/>
        </p:nvSpPr>
        <p:spPr>
          <a:xfrm>
            <a:off x="976653" y="981518"/>
            <a:ext cx="10789920" cy="640080"/>
          </a:xfrm>
          <a:prstGeom prst="rect">
            <a:avLst/>
          </a:prstGeom>
          <a:noFill/>
          <a:ln/>
        </p:spPr>
        <p:txBody>
          <a:bodyPr wrap="square" lIns="91440" tIns="45720" rIns="91440" bIns="45720" rtlCol="0" anchor="ctr"/>
          <a:lstStyle/>
          <a:p>
            <a:r>
              <a:rPr lang="en-US" sz="2900" b="1">
                <a:solidFill>
                  <a:schemeClr val="bg1"/>
                </a:solidFill>
                <a:latin typeface="Calibri"/>
                <a:ea typeface="Calibri"/>
                <a:cs typeface="Calibri"/>
              </a:rPr>
              <a:t>COMMERCIALIZATION </a:t>
            </a:r>
            <a:endParaRPr lang="en-US" sz="2900" b="1">
              <a:solidFill>
                <a:schemeClr val="bg1"/>
              </a:solidFill>
              <a:ea typeface="Calibri"/>
              <a:cs typeface="Calibri"/>
            </a:endParaRPr>
          </a:p>
          <a:p>
            <a:endParaRPr lang="en-US" sz="3400" b="1">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591389CE-DED8-9A4E-FD66-BE6155B0516F}"/>
              </a:ext>
            </a:extLst>
          </p:cNvPr>
          <p:cNvSpPr/>
          <p:nvPr/>
        </p:nvSpPr>
        <p:spPr>
          <a:xfrm>
            <a:off x="478206" y="1300337"/>
            <a:ext cx="11135255" cy="438441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0E1132E6-4CB2-DED6-1F4B-D8B70F856D12}"/>
              </a:ext>
            </a:extLst>
          </p:cNvPr>
          <p:cNvSpPr/>
          <p:nvPr/>
        </p:nvSpPr>
        <p:spPr>
          <a:xfrm>
            <a:off x="978309" y="2893278"/>
            <a:ext cx="10133563" cy="718757"/>
          </a:xfrm>
          <a:prstGeom prst="rect">
            <a:avLst/>
          </a:prstGeom>
          <a:noFill/>
          <a:ln/>
        </p:spPr>
        <p:txBody>
          <a:bodyPr wrap="square" lIns="91440" tIns="45720" rIns="91440" bIns="45720" rtlCol="0" anchor="ctr"/>
          <a:lstStyle/>
          <a:p>
            <a:pPr marL="285750" indent="-285750">
              <a:buFont typeface="Arial"/>
              <a:buChar char="•"/>
            </a:pPr>
            <a:endParaRPr lang="en-US" sz="2000">
              <a:ea typeface="+mn-lt"/>
              <a:cs typeface="+mn-lt"/>
            </a:endParaRPr>
          </a:p>
          <a:p>
            <a:pPr marL="285750" indent="-285750">
              <a:buFont typeface="Arial"/>
              <a:buChar char="•"/>
            </a:pPr>
            <a:r>
              <a:rPr lang="en-US" sz="2000">
                <a:ea typeface="+mn-lt"/>
                <a:cs typeface="+mn-lt"/>
              </a:rPr>
              <a:t>The overall commercialization plan will emphasize accessibility, affordability, and scalability. Each component will be marketed through a subscription model, with tiered pricing options based on the size of the enterprise or tea estate. Industry partnerships will be central to building credibility, while digital marketing and industry events will help increase awareness. Over time, the goal is for the system to establish itself as a core decision-support tool for the Sri Lankan tea industry, with plans to expand regionally. The system’s development will be guided by user feedback, ensuring continued improvements to meet the evolving needs of the market.</a:t>
            </a:r>
            <a:endParaRPr lang="en-US">
              <a:ea typeface="+mn-lt"/>
              <a:cs typeface="+mn-lt"/>
            </a:endParaRPr>
          </a:p>
        </p:txBody>
      </p:sp>
      <p:sp>
        <p:nvSpPr>
          <p:cNvPr id="23" name="Shape 20">
            <a:extLst>
              <a:ext uri="{FF2B5EF4-FFF2-40B4-BE49-F238E27FC236}">
                <a16:creationId xmlns:a16="http://schemas.microsoft.com/office/drawing/2014/main" id="{B659B6B4-DB20-F9A7-BE1B-1E9207690E3E}"/>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17" name="Group 16">
            <a:extLst>
              <a:ext uri="{FF2B5EF4-FFF2-40B4-BE49-F238E27FC236}">
                <a16:creationId xmlns:a16="http://schemas.microsoft.com/office/drawing/2014/main" id="{AE20CB2A-19E7-6F71-AEDD-493C6B97B6AA}"/>
              </a:ext>
            </a:extLst>
          </p:cNvPr>
          <p:cNvGrpSpPr/>
          <p:nvPr/>
        </p:nvGrpSpPr>
        <p:grpSpPr>
          <a:xfrm>
            <a:off x="4762" y="6455569"/>
            <a:ext cx="12215812" cy="474107"/>
            <a:chOff x="4762" y="6455569"/>
            <a:chExt cx="12215812" cy="474107"/>
          </a:xfrm>
        </p:grpSpPr>
        <p:sp>
          <p:nvSpPr>
            <p:cNvPr id="10" name="Rectangle 9">
              <a:extLst>
                <a:ext uri="{FF2B5EF4-FFF2-40B4-BE49-F238E27FC236}">
                  <a16:creationId xmlns:a16="http://schemas.microsoft.com/office/drawing/2014/main" id="{AEECE6F6-202E-5D5C-1EA8-5BC9F7C1F73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F902E06-FB6F-AD41-CF35-86B6C1A54A6E}"/>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4" name="Text 23">
              <a:extLst>
                <a:ext uri="{FF2B5EF4-FFF2-40B4-BE49-F238E27FC236}">
                  <a16:creationId xmlns:a16="http://schemas.microsoft.com/office/drawing/2014/main" id="{C6DE2BE2-C375-74D1-D1E0-753BB5CBFD0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36</a:t>
              </a:r>
            </a:p>
          </p:txBody>
        </p:sp>
        <p:pic>
          <p:nvPicPr>
            <p:cNvPr id="15" name="Picture 14">
              <a:extLst>
                <a:ext uri="{FF2B5EF4-FFF2-40B4-BE49-F238E27FC236}">
                  <a16:creationId xmlns:a16="http://schemas.microsoft.com/office/drawing/2014/main" id="{C45A30CB-3EDC-D777-8ABE-F8174D9F743D}"/>
                </a:ext>
              </a:extLst>
            </p:cNvPr>
            <p:cNvPicPr>
              <a:picLocks noChangeAspect="1"/>
            </p:cNvPicPr>
            <p:nvPr/>
          </p:nvPicPr>
          <p:blipFill>
            <a:blip r:embed="rId4"/>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EFCD7323-8A0C-B365-C6E9-521E4A864D5F}"/>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                                                                                   25-26J-133</a:t>
              </a:r>
              <a:endParaRPr lang="en-US"/>
            </a:p>
          </p:txBody>
        </p:sp>
      </p:grpSp>
    </p:spTree>
    <p:extLst>
      <p:ext uri="{BB962C8B-B14F-4D97-AF65-F5344CB8AC3E}">
        <p14:creationId xmlns:p14="http://schemas.microsoft.com/office/powerpoint/2010/main" val="3005434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9">
    <p:bg>
      <p:bgPr>
        <a:solidFill>
          <a:srgbClr val="F6F7F5"/>
        </a:solidFill>
        <a:effectLst/>
      </p:bgPr>
    </p:bg>
    <p:spTree>
      <p:nvGrpSpPr>
        <p:cNvPr id="1" name=""/>
        <p:cNvGrpSpPr/>
        <p:nvPr/>
      </p:nvGrpSpPr>
      <p:grpSpPr>
        <a:xfrm>
          <a:off x="0" y="0"/>
          <a:ext cx="0" cy="0"/>
          <a:chOff x="0" y="0"/>
          <a:chExt cx="0" cy="0"/>
        </a:xfrm>
      </p:grpSpPr>
      <p:sp>
        <p:nvSpPr>
          <p:cNvPr id="2" name="Text 0"/>
          <p:cNvSpPr/>
          <p:nvPr/>
        </p:nvSpPr>
        <p:spPr>
          <a:xfrm>
            <a:off x="956825" y="822960"/>
            <a:ext cx="10789920" cy="548640"/>
          </a:xfrm>
          <a:prstGeom prst="rect">
            <a:avLst/>
          </a:prstGeom>
          <a:noFill/>
          <a:ln/>
        </p:spPr>
        <p:txBody>
          <a:bodyPr wrap="square" rtlCol="0" anchor="ctr"/>
          <a:lstStyle/>
          <a:p>
            <a:pPr marL="0" indent="0">
              <a:buNone/>
            </a:pPr>
            <a:r>
              <a:rPr lang="en-US" sz="3000" b="1">
                <a:solidFill>
                  <a:srgbClr val="082A20"/>
                </a:solidFill>
                <a:latin typeface="Calibri" pitchFamily="34" charset="0"/>
                <a:ea typeface="Calibri" pitchFamily="34" charset="-122"/>
                <a:cs typeface="Calibri" pitchFamily="34" charset="-120"/>
              </a:rPr>
              <a:t>BUDGET &amp; RESOURCES</a:t>
            </a:r>
            <a:endParaRPr lang="en-US" sz="3000"/>
          </a:p>
        </p:txBody>
      </p:sp>
      <p:sp>
        <p:nvSpPr>
          <p:cNvPr id="3" name="Text 1"/>
          <p:cNvSpPr/>
          <p:nvPr/>
        </p:nvSpPr>
        <p:spPr>
          <a:xfrm>
            <a:off x="841248" y="1371600"/>
            <a:ext cx="10607040" cy="320040"/>
          </a:xfrm>
          <a:prstGeom prst="rect">
            <a:avLst/>
          </a:prstGeom>
          <a:noFill/>
          <a:ln/>
        </p:spPr>
        <p:txBody>
          <a:bodyPr wrap="square" lIns="91440" tIns="45720" rIns="91440" bIns="45720" rtlCol="0" anchor="ctr"/>
          <a:lstStyle/>
          <a:p>
            <a:pPr marL="0" indent="0">
              <a:buNone/>
            </a:pPr>
            <a:endParaRPr lang="en-US" sz="1300">
              <a:solidFill>
                <a:srgbClr val="6B7C73"/>
              </a:solidFill>
              <a:ea typeface="Calibri"/>
              <a:cs typeface="Calibri"/>
            </a:endParaRPr>
          </a:p>
        </p:txBody>
      </p:sp>
      <p:sp>
        <p:nvSpPr>
          <p:cNvPr id="4" name="Shape 2"/>
          <p:cNvSpPr/>
          <p:nvPr/>
        </p:nvSpPr>
        <p:spPr>
          <a:xfrm>
            <a:off x="851714" y="1874520"/>
            <a:ext cx="6723429" cy="3130527"/>
          </a:xfrm>
          <a:prstGeom prst="roundRect">
            <a:avLst/>
          </a:prstGeom>
          <a:solidFill>
            <a:srgbClr val="FFFFFF"/>
          </a:solidFill>
          <a:ln w="12700">
            <a:solidFill>
              <a:srgbClr val="E6ECE7"/>
            </a:solidFill>
            <a:prstDash val="solid"/>
          </a:ln>
          <a:effectLst>
            <a:outerShdw blurRad="76200" dist="25400" dir="2700000" algn="bl" rotWithShape="0">
              <a:srgbClr val="000000">
                <a:alpha val="18000"/>
              </a:srgbClr>
            </a:outerShdw>
          </a:effectLst>
        </p:spPr>
        <p:txBody>
          <a:bodyPr/>
          <a:lstStyle/>
          <a:p>
            <a:endParaRPr lang="en-US"/>
          </a:p>
        </p:txBody>
      </p:sp>
      <p:sp>
        <p:nvSpPr>
          <p:cNvPr id="5" name="Shape 3"/>
          <p:cNvSpPr/>
          <p:nvPr/>
        </p:nvSpPr>
        <p:spPr>
          <a:xfrm>
            <a:off x="960120" y="2057400"/>
            <a:ext cx="6629400" cy="502920"/>
          </a:xfrm>
          <a:prstGeom prst="roundRect">
            <a:avLst/>
          </a:prstGeom>
          <a:solidFill>
            <a:srgbClr val="1E5A43"/>
          </a:solidFill>
          <a:ln w="12700">
            <a:solidFill>
              <a:srgbClr val="1E5A43"/>
            </a:solidFill>
            <a:prstDash val="solid"/>
          </a:ln>
        </p:spPr>
        <p:txBody>
          <a:bodyPr/>
          <a:lstStyle/>
          <a:p>
            <a:endParaRPr lang="en-US"/>
          </a:p>
        </p:txBody>
      </p:sp>
      <p:sp>
        <p:nvSpPr>
          <p:cNvPr id="6" name="Text 4"/>
          <p:cNvSpPr/>
          <p:nvPr/>
        </p:nvSpPr>
        <p:spPr>
          <a:xfrm>
            <a:off x="1143000" y="2167128"/>
            <a:ext cx="3200400" cy="27432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Item</a:t>
            </a:r>
            <a:endParaRPr lang="en-US" sz="1400"/>
          </a:p>
        </p:txBody>
      </p:sp>
      <p:sp>
        <p:nvSpPr>
          <p:cNvPr id="7" name="Text 5"/>
          <p:cNvSpPr/>
          <p:nvPr/>
        </p:nvSpPr>
        <p:spPr>
          <a:xfrm>
            <a:off x="4434840" y="2167128"/>
            <a:ext cx="1463040" cy="274320"/>
          </a:xfrm>
          <a:prstGeom prst="rect">
            <a:avLst/>
          </a:prstGeom>
          <a:noFill/>
          <a:ln/>
        </p:spPr>
        <p:txBody>
          <a:bodyPr wrap="square" rtlCol="0" anchor="ctr"/>
          <a:lstStyle/>
          <a:p>
            <a:pPr marL="0" indent="0" algn="r">
              <a:buNone/>
            </a:pPr>
            <a:r>
              <a:rPr lang="en-US" sz="1400" b="1">
                <a:solidFill>
                  <a:srgbClr val="FFFFFF"/>
                </a:solidFill>
                <a:latin typeface="Calibri" pitchFamily="34" charset="0"/>
                <a:ea typeface="Calibri" pitchFamily="34" charset="-122"/>
                <a:cs typeface="Calibri" pitchFamily="34" charset="-120"/>
              </a:rPr>
              <a:t>Monthly Cost</a:t>
            </a:r>
            <a:endParaRPr lang="en-US" sz="1400"/>
          </a:p>
        </p:txBody>
      </p:sp>
      <p:sp>
        <p:nvSpPr>
          <p:cNvPr id="8" name="Text 6"/>
          <p:cNvSpPr/>
          <p:nvPr/>
        </p:nvSpPr>
        <p:spPr>
          <a:xfrm>
            <a:off x="6080760" y="2167128"/>
            <a:ext cx="1463040" cy="27432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Justification</a:t>
            </a:r>
            <a:endParaRPr lang="en-US" sz="1400"/>
          </a:p>
        </p:txBody>
      </p:sp>
      <p:sp>
        <p:nvSpPr>
          <p:cNvPr id="9" name="Shape 7"/>
          <p:cNvSpPr/>
          <p:nvPr/>
        </p:nvSpPr>
        <p:spPr>
          <a:xfrm>
            <a:off x="960120" y="2651760"/>
            <a:ext cx="6629400" cy="566928"/>
          </a:xfrm>
          <a:prstGeom prst="rect">
            <a:avLst/>
          </a:prstGeom>
          <a:solidFill>
            <a:srgbClr val="FFFFFF"/>
          </a:solidFill>
          <a:ln w="12700">
            <a:solidFill>
              <a:srgbClr val="E6ECE7"/>
            </a:solidFill>
            <a:prstDash val="solid"/>
          </a:ln>
        </p:spPr>
        <p:txBody>
          <a:bodyPr/>
          <a:lstStyle/>
          <a:p>
            <a:endParaRPr lang="en-US"/>
          </a:p>
        </p:txBody>
      </p:sp>
      <p:sp>
        <p:nvSpPr>
          <p:cNvPr id="10" name="Text 8"/>
          <p:cNvSpPr/>
          <p:nvPr/>
        </p:nvSpPr>
        <p:spPr>
          <a:xfrm>
            <a:off x="1143000" y="2798064"/>
            <a:ext cx="3017520" cy="274320"/>
          </a:xfrm>
          <a:prstGeom prst="rect">
            <a:avLst/>
          </a:prstGeom>
          <a:noFill/>
          <a:ln/>
        </p:spPr>
        <p:txBody>
          <a:bodyPr wrap="square" rtlCol="0" anchor="ctr"/>
          <a:lstStyle/>
          <a:p>
            <a:pPr marL="0" indent="0">
              <a:buNone/>
            </a:pPr>
            <a:r>
              <a:rPr lang="en-US" sz="1300">
                <a:solidFill>
                  <a:srgbClr val="0B3D2E"/>
                </a:solidFill>
                <a:latin typeface="Calibri" pitchFamily="34" charset="0"/>
                <a:ea typeface="Calibri" pitchFamily="34" charset="-122"/>
                <a:cs typeface="Calibri" pitchFamily="34" charset="-120"/>
              </a:rPr>
              <a:t>GPU/Colab/Cloud</a:t>
            </a:r>
            <a:endParaRPr lang="en-US" sz="1300"/>
          </a:p>
        </p:txBody>
      </p:sp>
      <p:sp>
        <p:nvSpPr>
          <p:cNvPr id="11" name="Text 9"/>
          <p:cNvSpPr/>
          <p:nvPr/>
        </p:nvSpPr>
        <p:spPr>
          <a:xfrm>
            <a:off x="4434840" y="2798064"/>
            <a:ext cx="1463040" cy="274320"/>
          </a:xfrm>
          <a:prstGeom prst="rect">
            <a:avLst/>
          </a:prstGeom>
          <a:noFill/>
          <a:ln/>
        </p:spPr>
        <p:txBody>
          <a:bodyPr wrap="square" lIns="91440" tIns="45720" rIns="91440" bIns="45720" rtlCol="0" anchor="ctr"/>
          <a:lstStyle/>
          <a:p>
            <a:pPr marL="0" indent="0" algn="r">
              <a:buNone/>
            </a:pPr>
            <a:r>
              <a:rPr lang="en-US" sz="1300">
                <a:solidFill>
                  <a:srgbClr val="0B3D2E"/>
                </a:solidFill>
                <a:latin typeface="Calibri"/>
                <a:ea typeface="Calibri"/>
                <a:cs typeface="Calibri"/>
              </a:rPr>
              <a:t>LKR 6000</a:t>
            </a:r>
            <a:endParaRPr lang="en-US" sz="1300"/>
          </a:p>
        </p:txBody>
      </p:sp>
      <p:sp>
        <p:nvSpPr>
          <p:cNvPr id="12" name="Text 10"/>
          <p:cNvSpPr/>
          <p:nvPr/>
        </p:nvSpPr>
        <p:spPr>
          <a:xfrm>
            <a:off x="6080760" y="2798064"/>
            <a:ext cx="1463040" cy="274320"/>
          </a:xfrm>
          <a:prstGeom prst="rect">
            <a:avLst/>
          </a:prstGeom>
          <a:noFill/>
          <a:ln/>
        </p:spPr>
        <p:txBody>
          <a:bodyPr wrap="square" rtlCol="0" anchor="ctr"/>
          <a:lstStyle/>
          <a:p>
            <a:pPr marL="0" indent="0">
              <a:buNone/>
            </a:pPr>
            <a:r>
              <a:rPr lang="en-US" sz="1300">
                <a:solidFill>
                  <a:srgbClr val="0B3D2E"/>
                </a:solidFill>
                <a:latin typeface="Calibri" pitchFamily="34" charset="0"/>
                <a:ea typeface="Calibri" pitchFamily="34" charset="-122"/>
                <a:cs typeface="Calibri" pitchFamily="34" charset="-120"/>
              </a:rPr>
              <a:t>Training + evaluation</a:t>
            </a:r>
            <a:endParaRPr lang="en-US" sz="1300"/>
          </a:p>
        </p:txBody>
      </p:sp>
      <p:sp>
        <p:nvSpPr>
          <p:cNvPr id="13" name="Shape 11"/>
          <p:cNvSpPr/>
          <p:nvPr/>
        </p:nvSpPr>
        <p:spPr>
          <a:xfrm>
            <a:off x="960120" y="3218688"/>
            <a:ext cx="6629400" cy="566928"/>
          </a:xfrm>
          <a:prstGeom prst="rect">
            <a:avLst/>
          </a:prstGeom>
          <a:solidFill>
            <a:srgbClr val="F3F6F3"/>
          </a:solidFill>
          <a:ln w="12700">
            <a:solidFill>
              <a:srgbClr val="E6ECE7"/>
            </a:solidFill>
            <a:prstDash val="solid"/>
          </a:ln>
        </p:spPr>
        <p:txBody>
          <a:bodyPr/>
          <a:lstStyle/>
          <a:p>
            <a:endParaRPr lang="en-US"/>
          </a:p>
        </p:txBody>
      </p:sp>
      <p:sp>
        <p:nvSpPr>
          <p:cNvPr id="14" name="Text 12"/>
          <p:cNvSpPr/>
          <p:nvPr/>
        </p:nvSpPr>
        <p:spPr>
          <a:xfrm>
            <a:off x="1143000" y="3364992"/>
            <a:ext cx="3017520" cy="274320"/>
          </a:xfrm>
          <a:prstGeom prst="rect">
            <a:avLst/>
          </a:prstGeom>
          <a:noFill/>
          <a:ln/>
        </p:spPr>
        <p:txBody>
          <a:bodyPr wrap="square" lIns="91440" tIns="45720" rIns="91440" bIns="45720" rtlCol="0" anchor="ctr"/>
          <a:lstStyle/>
          <a:p>
            <a:r>
              <a:rPr lang="en-US" sz="1300">
                <a:solidFill>
                  <a:srgbClr val="0B3D2E"/>
                </a:solidFill>
                <a:latin typeface="Calibri"/>
                <a:ea typeface="Calibri"/>
                <a:cs typeface="Calibri"/>
              </a:rPr>
              <a:t>Data Storage</a:t>
            </a:r>
            <a:endParaRPr lang="en-US" sz="1300"/>
          </a:p>
        </p:txBody>
      </p:sp>
      <p:sp>
        <p:nvSpPr>
          <p:cNvPr id="15" name="Text 13"/>
          <p:cNvSpPr/>
          <p:nvPr/>
        </p:nvSpPr>
        <p:spPr>
          <a:xfrm>
            <a:off x="4434840" y="3364992"/>
            <a:ext cx="1463040" cy="274320"/>
          </a:xfrm>
          <a:prstGeom prst="rect">
            <a:avLst/>
          </a:prstGeom>
          <a:noFill/>
          <a:ln/>
        </p:spPr>
        <p:txBody>
          <a:bodyPr wrap="square" lIns="91440" tIns="45720" rIns="91440" bIns="45720" rtlCol="0" anchor="ctr"/>
          <a:lstStyle/>
          <a:p>
            <a:pPr marL="0" indent="0" algn="r">
              <a:buNone/>
            </a:pPr>
            <a:r>
              <a:rPr lang="en-US" sz="1300">
                <a:solidFill>
                  <a:srgbClr val="0B3D2E"/>
                </a:solidFill>
                <a:latin typeface="Calibri"/>
                <a:ea typeface="Calibri"/>
                <a:cs typeface="Calibri"/>
              </a:rPr>
              <a:t>LKR 10000</a:t>
            </a:r>
            <a:endParaRPr lang="en-US" sz="1300"/>
          </a:p>
        </p:txBody>
      </p:sp>
      <p:sp>
        <p:nvSpPr>
          <p:cNvPr id="16" name="Text 14"/>
          <p:cNvSpPr/>
          <p:nvPr/>
        </p:nvSpPr>
        <p:spPr>
          <a:xfrm>
            <a:off x="6080760" y="3364992"/>
            <a:ext cx="1463040" cy="274320"/>
          </a:xfrm>
          <a:prstGeom prst="rect">
            <a:avLst/>
          </a:prstGeom>
          <a:noFill/>
          <a:ln/>
        </p:spPr>
        <p:txBody>
          <a:bodyPr wrap="square" lIns="91440" tIns="45720" rIns="91440" bIns="45720" rtlCol="0" anchor="ctr"/>
          <a:lstStyle/>
          <a:p>
            <a:pPr marL="0" indent="0">
              <a:buNone/>
            </a:pPr>
            <a:r>
              <a:rPr lang="en-US" sz="1300">
                <a:solidFill>
                  <a:srgbClr val="0B3D2E"/>
                </a:solidFill>
                <a:latin typeface="Calibri"/>
                <a:ea typeface="Calibri"/>
                <a:cs typeface="Calibri"/>
              </a:rPr>
              <a:t>Cloud</a:t>
            </a:r>
            <a:endParaRPr lang="en-US"/>
          </a:p>
        </p:txBody>
      </p:sp>
      <p:sp>
        <p:nvSpPr>
          <p:cNvPr id="17" name="Shape 15"/>
          <p:cNvSpPr/>
          <p:nvPr/>
        </p:nvSpPr>
        <p:spPr>
          <a:xfrm>
            <a:off x="960120" y="3785616"/>
            <a:ext cx="6629400" cy="566928"/>
          </a:xfrm>
          <a:prstGeom prst="rect">
            <a:avLst/>
          </a:prstGeom>
          <a:solidFill>
            <a:srgbClr val="FFFFFF"/>
          </a:solidFill>
          <a:ln w="12700">
            <a:solidFill>
              <a:srgbClr val="E6ECE7"/>
            </a:solidFill>
            <a:prstDash val="solid"/>
          </a:ln>
        </p:spPr>
        <p:txBody>
          <a:bodyPr/>
          <a:lstStyle/>
          <a:p>
            <a:endParaRPr lang="en-US"/>
          </a:p>
        </p:txBody>
      </p:sp>
      <p:sp>
        <p:nvSpPr>
          <p:cNvPr id="18" name="Text 16"/>
          <p:cNvSpPr/>
          <p:nvPr/>
        </p:nvSpPr>
        <p:spPr>
          <a:xfrm>
            <a:off x="1143000" y="3931920"/>
            <a:ext cx="3017520" cy="274320"/>
          </a:xfrm>
          <a:prstGeom prst="rect">
            <a:avLst/>
          </a:prstGeom>
          <a:noFill/>
          <a:ln/>
        </p:spPr>
        <p:txBody>
          <a:bodyPr wrap="square" lIns="91440" tIns="45720" rIns="91440" bIns="45720" rtlCol="0" anchor="ctr"/>
          <a:lstStyle/>
          <a:p>
            <a:r>
              <a:rPr lang="en-US" sz="1300">
                <a:solidFill>
                  <a:srgbClr val="0B3D2E"/>
                </a:solidFill>
                <a:ea typeface="+mn-lt"/>
                <a:cs typeface="+mn-lt"/>
              </a:rPr>
              <a:t>Transporting</a:t>
            </a:r>
            <a:endParaRPr lang="en-US"/>
          </a:p>
        </p:txBody>
      </p:sp>
      <p:sp>
        <p:nvSpPr>
          <p:cNvPr id="19" name="Text 17"/>
          <p:cNvSpPr/>
          <p:nvPr/>
        </p:nvSpPr>
        <p:spPr>
          <a:xfrm>
            <a:off x="4434840" y="3931920"/>
            <a:ext cx="1463040" cy="274320"/>
          </a:xfrm>
          <a:prstGeom prst="rect">
            <a:avLst/>
          </a:prstGeom>
          <a:noFill/>
          <a:ln/>
        </p:spPr>
        <p:txBody>
          <a:bodyPr wrap="square" lIns="91440" tIns="45720" rIns="91440" bIns="45720" rtlCol="0" anchor="ctr"/>
          <a:lstStyle/>
          <a:p>
            <a:pPr marL="0" indent="0" algn="r">
              <a:buNone/>
            </a:pPr>
            <a:r>
              <a:rPr lang="en-US" sz="1300">
                <a:solidFill>
                  <a:srgbClr val="0B3D2E"/>
                </a:solidFill>
                <a:latin typeface="Calibri"/>
                <a:ea typeface="Calibri"/>
                <a:cs typeface="Calibri"/>
              </a:rPr>
              <a:t>LKR 15000</a:t>
            </a:r>
            <a:endParaRPr lang="en-US" sz="1300"/>
          </a:p>
        </p:txBody>
      </p:sp>
      <p:sp>
        <p:nvSpPr>
          <p:cNvPr id="20" name="Text 18"/>
          <p:cNvSpPr/>
          <p:nvPr/>
        </p:nvSpPr>
        <p:spPr>
          <a:xfrm>
            <a:off x="6080760" y="3931920"/>
            <a:ext cx="1463040" cy="274320"/>
          </a:xfrm>
          <a:prstGeom prst="rect">
            <a:avLst/>
          </a:prstGeom>
          <a:noFill/>
          <a:ln/>
        </p:spPr>
        <p:txBody>
          <a:bodyPr wrap="square" lIns="91440" tIns="45720" rIns="91440" bIns="45720" rtlCol="0" anchor="ctr"/>
          <a:lstStyle/>
          <a:p>
            <a:r>
              <a:rPr lang="en-US" sz="1300">
                <a:solidFill>
                  <a:srgbClr val="0B3D2E"/>
                </a:solidFill>
                <a:latin typeface="Calibri"/>
                <a:ea typeface="Calibri"/>
                <a:cs typeface="Calibri"/>
              </a:rPr>
              <a:t>Data collection</a:t>
            </a:r>
            <a:endParaRPr lang="en-US"/>
          </a:p>
        </p:txBody>
      </p:sp>
      <p:sp>
        <p:nvSpPr>
          <p:cNvPr id="29" name="Shape 27"/>
          <p:cNvSpPr/>
          <p:nvPr/>
        </p:nvSpPr>
        <p:spPr>
          <a:xfrm>
            <a:off x="7818120" y="1874520"/>
            <a:ext cx="3794760" cy="4251960"/>
          </a:xfrm>
          <a:prstGeom prst="roundRect">
            <a:avLst/>
          </a:prstGeom>
          <a:solidFill>
            <a:srgbClr val="FFFFFF"/>
          </a:solidFill>
          <a:ln w="12700">
            <a:solidFill>
              <a:srgbClr val="E6ECE7"/>
            </a:solidFill>
            <a:prstDash val="solid"/>
          </a:ln>
          <a:effectLst>
            <a:outerShdw blurRad="63500" dist="25400" dir="2700000" algn="bl" rotWithShape="0">
              <a:srgbClr val="000000">
                <a:alpha val="12000"/>
              </a:srgbClr>
            </a:outerShdw>
          </a:effectLst>
        </p:spPr>
        <p:txBody>
          <a:bodyPr/>
          <a:lstStyle/>
          <a:p>
            <a:endParaRPr lang="en-US"/>
          </a:p>
        </p:txBody>
      </p:sp>
      <p:pic>
        <p:nvPicPr>
          <p:cNvPr id="30" name="Image 0" descr="/mnt/data/tea_cup_flatlay.jpg"/>
          <p:cNvPicPr>
            <a:picLocks noChangeAspect="1"/>
          </p:cNvPicPr>
          <p:nvPr/>
        </p:nvPicPr>
        <p:blipFill>
          <a:blip r:embed="rId3"/>
          <a:srcRect t="1628" b="1628"/>
          <a:stretch/>
        </p:blipFill>
        <p:spPr>
          <a:xfrm>
            <a:off x="7818120" y="1874520"/>
            <a:ext cx="3794760" cy="2743200"/>
          </a:xfrm>
          <a:prstGeom prst="rect">
            <a:avLst/>
          </a:prstGeom>
        </p:spPr>
      </p:pic>
      <p:sp>
        <p:nvSpPr>
          <p:cNvPr id="31" name="Text 28"/>
          <p:cNvSpPr/>
          <p:nvPr/>
        </p:nvSpPr>
        <p:spPr>
          <a:xfrm>
            <a:off x="8001000" y="4754880"/>
            <a:ext cx="3429000" cy="1097280"/>
          </a:xfrm>
          <a:prstGeom prst="rect">
            <a:avLst/>
          </a:prstGeom>
          <a:noFill/>
          <a:ln/>
        </p:spPr>
        <p:txBody>
          <a:bodyPr wrap="square" lIns="91440" tIns="45720" rIns="91440" bIns="45720" rtlCol="0" anchor="ctr"/>
          <a:lstStyle/>
          <a:p>
            <a:pPr marL="0" indent="0">
              <a:buNone/>
            </a:pPr>
            <a:endParaRPr lang="en-US" sz="1400">
              <a:solidFill>
                <a:srgbClr val="082A20"/>
              </a:solidFill>
              <a:ea typeface="Calibri"/>
              <a:cs typeface="Calibri"/>
            </a:endParaRPr>
          </a:p>
        </p:txBody>
      </p:sp>
      <p:sp>
        <p:nvSpPr>
          <p:cNvPr id="32" name="Shape 29"/>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33" name="Shape 30"/>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34" name="Text 31"/>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35" name="Text 32"/>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9</a:t>
            </a:r>
            <a:endParaRPr lang="en-US" sz="1000"/>
          </a:p>
        </p:txBody>
      </p:sp>
      <p:grpSp>
        <p:nvGrpSpPr>
          <p:cNvPr id="42" name="Group 41">
            <a:extLst>
              <a:ext uri="{FF2B5EF4-FFF2-40B4-BE49-F238E27FC236}">
                <a16:creationId xmlns:a16="http://schemas.microsoft.com/office/drawing/2014/main" id="{6DAAE3E9-9103-BA56-C97B-262129B1781E}"/>
              </a:ext>
            </a:extLst>
          </p:cNvPr>
          <p:cNvGrpSpPr/>
          <p:nvPr/>
        </p:nvGrpSpPr>
        <p:grpSpPr>
          <a:xfrm>
            <a:off x="4762" y="6455569"/>
            <a:ext cx="12215812" cy="474107"/>
            <a:chOff x="4762" y="6455569"/>
            <a:chExt cx="12215812" cy="474107"/>
          </a:xfrm>
        </p:grpSpPr>
        <p:sp>
          <p:nvSpPr>
            <p:cNvPr id="37" name="Rectangle 36">
              <a:extLst>
                <a:ext uri="{FF2B5EF4-FFF2-40B4-BE49-F238E27FC236}">
                  <a16:creationId xmlns:a16="http://schemas.microsoft.com/office/drawing/2014/main" id="{9105B162-5CBE-7CFE-EEA0-6595A65E075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7ACB372-9D79-A7D3-F60A-4CE89C5741E0}"/>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9" name="Text 23">
              <a:extLst>
                <a:ext uri="{FF2B5EF4-FFF2-40B4-BE49-F238E27FC236}">
                  <a16:creationId xmlns:a16="http://schemas.microsoft.com/office/drawing/2014/main" id="{D72F223C-98E0-6636-E125-9130BF499C44}"/>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37</a:t>
              </a:r>
            </a:p>
          </p:txBody>
        </p:sp>
        <p:pic>
          <p:nvPicPr>
            <p:cNvPr id="40" name="Picture 39">
              <a:extLst>
                <a:ext uri="{FF2B5EF4-FFF2-40B4-BE49-F238E27FC236}">
                  <a16:creationId xmlns:a16="http://schemas.microsoft.com/office/drawing/2014/main" id="{D06649CF-A5B4-9C28-417F-C3066176146A}"/>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1" name="TextBox 40">
              <a:extLst>
                <a:ext uri="{FF2B5EF4-FFF2-40B4-BE49-F238E27FC236}">
                  <a16:creationId xmlns:a16="http://schemas.microsoft.com/office/drawing/2014/main" id="{C244DF90-DCEB-E5A4-1777-56A9067FD0DE}"/>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                                                                                   25-26J-133</a:t>
              </a:r>
              <a:endParaRPr 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42441-C915-6ED0-6F53-64EAA3191FA3}"/>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85CA70BE-0343-8C7C-6638-E993DCD28CAF}"/>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1399ECF4-A9D9-7085-E19E-DDC1EF8F67FD}"/>
              </a:ext>
            </a:extLst>
          </p:cNvPr>
          <p:cNvSpPr/>
          <p:nvPr/>
        </p:nvSpPr>
        <p:spPr>
          <a:xfrm>
            <a:off x="0" y="0"/>
            <a:ext cx="12191695" cy="6858000"/>
          </a:xfrm>
          <a:prstGeom prst="rect">
            <a:avLst/>
          </a:prstGeom>
          <a:solidFill>
            <a:srgbClr val="000000">
              <a:alpha val="28000"/>
            </a:srgbClr>
          </a:solidFill>
          <a:ln w="12700">
            <a:solidFill>
              <a:srgbClr val="000000">
                <a:alpha val="0"/>
              </a:srgbClr>
            </a:solidFill>
            <a:prstDash val="solid"/>
          </a:ln>
        </p:spPr>
        <p:txBody>
          <a:bodyPr/>
          <a:lstStyle/>
          <a:p>
            <a:endParaRPr lang="en-US"/>
          </a:p>
        </p:txBody>
      </p:sp>
      <p:sp>
        <p:nvSpPr>
          <p:cNvPr id="4" name="Text 1">
            <a:extLst>
              <a:ext uri="{FF2B5EF4-FFF2-40B4-BE49-F238E27FC236}">
                <a16:creationId xmlns:a16="http://schemas.microsoft.com/office/drawing/2014/main" id="{50ABFF1C-BF7D-2BDA-A125-017B20FEE09E}"/>
              </a:ext>
            </a:extLst>
          </p:cNvPr>
          <p:cNvSpPr/>
          <p:nvPr/>
        </p:nvSpPr>
        <p:spPr>
          <a:xfrm>
            <a:off x="0" y="2468880"/>
            <a:ext cx="12191695" cy="822960"/>
          </a:xfrm>
          <a:prstGeom prst="rect">
            <a:avLst/>
          </a:prstGeom>
          <a:noFill/>
          <a:ln/>
        </p:spPr>
        <p:txBody>
          <a:bodyPr wrap="square" rtlCol="0" anchor="ctr"/>
          <a:lstStyle/>
          <a:p>
            <a:pPr marL="0" indent="0" algn="ctr">
              <a:buNone/>
            </a:pPr>
            <a:r>
              <a:rPr lang="en-US" sz="5400" b="1">
                <a:solidFill>
                  <a:srgbClr val="FFFFFF"/>
                </a:solidFill>
                <a:latin typeface="Calibri" pitchFamily="34" charset="0"/>
                <a:ea typeface="Calibri" pitchFamily="34" charset="-122"/>
                <a:cs typeface="Calibri" pitchFamily="34" charset="-120"/>
              </a:rPr>
              <a:t>THANK YOU</a:t>
            </a:r>
            <a:endParaRPr lang="en-US" sz="5400"/>
          </a:p>
        </p:txBody>
      </p:sp>
      <p:sp>
        <p:nvSpPr>
          <p:cNvPr id="5" name="Text 2">
            <a:extLst>
              <a:ext uri="{FF2B5EF4-FFF2-40B4-BE49-F238E27FC236}">
                <a16:creationId xmlns:a16="http://schemas.microsoft.com/office/drawing/2014/main" id="{54706F26-013E-5EF2-0948-5C90314BE138}"/>
              </a:ext>
            </a:extLst>
          </p:cNvPr>
          <p:cNvSpPr/>
          <p:nvPr/>
        </p:nvSpPr>
        <p:spPr>
          <a:xfrm>
            <a:off x="0" y="3337560"/>
            <a:ext cx="12191695" cy="548640"/>
          </a:xfrm>
          <a:prstGeom prst="rect">
            <a:avLst/>
          </a:prstGeom>
          <a:noFill/>
          <a:ln/>
        </p:spPr>
        <p:txBody>
          <a:bodyPr wrap="square" lIns="91440" tIns="45720" rIns="91440" bIns="45720" rtlCol="0" anchor="ctr"/>
          <a:lstStyle/>
          <a:p>
            <a:pPr marL="0" indent="0" algn="ctr">
              <a:buNone/>
            </a:pPr>
            <a:endParaRPr lang="en-US" sz="2800" b="1">
              <a:solidFill>
                <a:srgbClr val="C8A13C"/>
              </a:solidFill>
              <a:latin typeface="Calibri"/>
              <a:ea typeface="Calibri"/>
              <a:cs typeface="Calibri"/>
            </a:endParaRPr>
          </a:p>
        </p:txBody>
      </p:sp>
      <p:sp>
        <p:nvSpPr>
          <p:cNvPr id="6" name="Text 3">
            <a:extLst>
              <a:ext uri="{FF2B5EF4-FFF2-40B4-BE49-F238E27FC236}">
                <a16:creationId xmlns:a16="http://schemas.microsoft.com/office/drawing/2014/main" id="{7DEC811F-9616-2E2F-B8E8-01F56F4E7E36}"/>
              </a:ext>
            </a:extLst>
          </p:cNvPr>
          <p:cNvSpPr/>
          <p:nvPr/>
        </p:nvSpPr>
        <p:spPr>
          <a:xfrm>
            <a:off x="0" y="4160520"/>
            <a:ext cx="12191695" cy="365760"/>
          </a:xfrm>
          <a:prstGeom prst="rect">
            <a:avLst/>
          </a:prstGeom>
          <a:noFill/>
          <a:ln/>
        </p:spPr>
        <p:txBody>
          <a:bodyPr wrap="square" lIns="91440" tIns="45720" rIns="91440" bIns="45720" rtlCol="0" anchor="ctr"/>
          <a:lstStyle/>
          <a:p>
            <a:pPr marL="0" indent="0" algn="ctr">
              <a:buNone/>
            </a:pPr>
            <a:endParaRPr lang="en-US" sz="1400">
              <a:solidFill>
                <a:srgbClr val="FFFFFF"/>
              </a:solidFill>
              <a:ea typeface="Calibri"/>
              <a:cs typeface="Calibri"/>
            </a:endParaRPr>
          </a:p>
        </p:txBody>
      </p:sp>
      <p:sp>
        <p:nvSpPr>
          <p:cNvPr id="7" name="Shape 4">
            <a:extLst>
              <a:ext uri="{FF2B5EF4-FFF2-40B4-BE49-F238E27FC236}">
                <a16:creationId xmlns:a16="http://schemas.microsoft.com/office/drawing/2014/main" id="{34AD0F9A-549D-BAEE-73D5-76002FC297E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8" name="Shape 5">
            <a:extLst>
              <a:ext uri="{FF2B5EF4-FFF2-40B4-BE49-F238E27FC236}">
                <a16:creationId xmlns:a16="http://schemas.microsoft.com/office/drawing/2014/main" id="{43BCDC0D-96B0-7411-0151-F48D29D59704}"/>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9" name="Text 6">
            <a:extLst>
              <a:ext uri="{FF2B5EF4-FFF2-40B4-BE49-F238E27FC236}">
                <a16:creationId xmlns:a16="http://schemas.microsoft.com/office/drawing/2014/main" id="{ACB24B0D-367B-2D3F-0B14-A363EECCA325}"/>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0" name="Text 7">
            <a:extLst>
              <a:ext uri="{FF2B5EF4-FFF2-40B4-BE49-F238E27FC236}">
                <a16:creationId xmlns:a16="http://schemas.microsoft.com/office/drawing/2014/main" id="{1E67FC67-FB6F-83E3-6F75-22C48F0DDAD2}"/>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10</a:t>
            </a:r>
            <a:endParaRPr lang="en-US" sz="1000"/>
          </a:p>
        </p:txBody>
      </p:sp>
      <p:grpSp>
        <p:nvGrpSpPr>
          <p:cNvPr id="17" name="Group 16">
            <a:extLst>
              <a:ext uri="{FF2B5EF4-FFF2-40B4-BE49-F238E27FC236}">
                <a16:creationId xmlns:a16="http://schemas.microsoft.com/office/drawing/2014/main" id="{C7BAC0C6-9486-D0D5-2598-24C90FE0C25D}"/>
              </a:ext>
            </a:extLst>
          </p:cNvPr>
          <p:cNvGrpSpPr/>
          <p:nvPr/>
        </p:nvGrpSpPr>
        <p:grpSpPr>
          <a:xfrm>
            <a:off x="4762" y="6455569"/>
            <a:ext cx="12215812" cy="474107"/>
            <a:chOff x="4762" y="6455569"/>
            <a:chExt cx="12215812" cy="474107"/>
          </a:xfrm>
        </p:grpSpPr>
        <p:sp>
          <p:nvSpPr>
            <p:cNvPr id="12" name="Rectangle 11">
              <a:extLst>
                <a:ext uri="{FF2B5EF4-FFF2-40B4-BE49-F238E27FC236}">
                  <a16:creationId xmlns:a16="http://schemas.microsoft.com/office/drawing/2014/main" id="{7374C85F-D1F4-40A5-27A7-E15A0943DAB6}"/>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59638A0-FE89-7B38-39A6-9429A2D77B4D}"/>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4" name="Text 23">
              <a:extLst>
                <a:ext uri="{FF2B5EF4-FFF2-40B4-BE49-F238E27FC236}">
                  <a16:creationId xmlns:a16="http://schemas.microsoft.com/office/drawing/2014/main" id="{99B15AE1-291C-3CC0-C4D6-62F49EF21F6F}"/>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38</a:t>
              </a:r>
            </a:p>
          </p:txBody>
        </p:sp>
        <p:pic>
          <p:nvPicPr>
            <p:cNvPr id="15" name="Picture 14">
              <a:extLst>
                <a:ext uri="{FF2B5EF4-FFF2-40B4-BE49-F238E27FC236}">
                  <a16:creationId xmlns:a16="http://schemas.microsoft.com/office/drawing/2014/main" id="{F57D705A-8DA5-B97C-781D-4D0EEC9BEEA4}"/>
                </a:ext>
              </a:extLst>
            </p:cNvPr>
            <p:cNvPicPr>
              <a:picLocks noChangeAspect="1"/>
            </p:cNvPicPr>
            <p:nvPr/>
          </p:nvPicPr>
          <p:blipFill>
            <a:blip r:embed="rId4"/>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F603F342-8378-6F2F-36B6-CEC9281BC50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                                                                                   25-26J-133</a:t>
              </a:r>
              <a:endParaRPr lang="en-US"/>
            </a:p>
          </p:txBody>
        </p:sp>
      </p:grpSp>
    </p:spTree>
    <p:extLst>
      <p:ext uri="{BB962C8B-B14F-4D97-AF65-F5344CB8AC3E}">
        <p14:creationId xmlns:p14="http://schemas.microsoft.com/office/powerpoint/2010/main" val="2219420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39</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Tea Research</dc:creator>
  <cp:revision>1</cp:revision>
  <dcterms:created xsi:type="dcterms:W3CDTF">2026-01-03T17:46:35Z</dcterms:created>
  <dcterms:modified xsi:type="dcterms:W3CDTF">2026-01-10T16:46:07Z</dcterms:modified>
</cp:coreProperties>
</file>